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29"/>
  </p:notesMasterIdLst>
  <p:sldIdLst>
    <p:sldId id="259" r:id="rId2"/>
    <p:sldId id="350" r:id="rId3"/>
    <p:sldId id="409" r:id="rId4"/>
    <p:sldId id="416" r:id="rId5"/>
    <p:sldId id="415" r:id="rId6"/>
    <p:sldId id="414" r:id="rId7"/>
    <p:sldId id="417" r:id="rId8"/>
    <p:sldId id="418" r:id="rId9"/>
    <p:sldId id="419" r:id="rId10"/>
    <p:sldId id="420" r:id="rId11"/>
    <p:sldId id="421" r:id="rId12"/>
    <p:sldId id="422" r:id="rId13"/>
    <p:sldId id="423" r:id="rId14"/>
    <p:sldId id="425" r:id="rId15"/>
    <p:sldId id="426" r:id="rId16"/>
    <p:sldId id="427" r:id="rId17"/>
    <p:sldId id="428" r:id="rId18"/>
    <p:sldId id="429" r:id="rId19"/>
    <p:sldId id="430" r:id="rId20"/>
    <p:sldId id="431" r:id="rId21"/>
    <p:sldId id="432" r:id="rId22"/>
    <p:sldId id="434" r:id="rId23"/>
    <p:sldId id="433" r:id="rId24"/>
    <p:sldId id="435" r:id="rId25"/>
    <p:sldId id="436" r:id="rId26"/>
    <p:sldId id="437" r:id="rId27"/>
    <p:sldId id="438" r:id="rId2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FF66"/>
    <a:srgbClr val="34EAE6"/>
    <a:srgbClr val="28F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6D37EF-DE24-48D0-A7C7-0232E5344B31}" v="475" dt="2025-10-23T19:58:26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33" autoAdjust="0"/>
    <p:restoredTop sz="94660"/>
  </p:normalViewPr>
  <p:slideViewPr>
    <p:cSldViewPr>
      <p:cViewPr varScale="1">
        <p:scale>
          <a:sx n="111" d="100"/>
          <a:sy n="111" d="100"/>
        </p:scale>
        <p:origin x="1482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5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Tesch" userId="88587a9db95d6a10" providerId="LiveId" clId="{0204C6D2-D373-4485-B02D-A39DFD606517}"/>
    <pc:docChg chg="undo redo custSel addSld delSld modSld sldOrd">
      <pc:chgData name="Jorge Tesch" userId="88587a9db95d6a10" providerId="LiveId" clId="{0204C6D2-D373-4485-B02D-A39DFD606517}" dt="2025-10-23T20:00:06.929" v="15965" actId="1076"/>
      <pc:docMkLst>
        <pc:docMk/>
      </pc:docMkLst>
      <pc:sldChg chg="modSp mod">
        <pc:chgData name="Jorge Tesch" userId="88587a9db95d6a10" providerId="LiveId" clId="{0204C6D2-D373-4485-B02D-A39DFD606517}" dt="2025-10-23T07:51:01.245" v="13702" actId="20577"/>
        <pc:sldMkLst>
          <pc:docMk/>
          <pc:sldMk cId="3369892711" sldId="259"/>
        </pc:sldMkLst>
        <pc:spChg chg="mod">
          <ac:chgData name="Jorge Tesch" userId="88587a9db95d6a10" providerId="LiveId" clId="{0204C6D2-D373-4485-B02D-A39DFD606517}" dt="2025-10-23T07:51:01.245" v="13702" actId="20577"/>
          <ac:spMkLst>
            <pc:docMk/>
            <pc:sldMk cId="3369892711" sldId="259"/>
            <ac:spMk id="3" creationId="{00000000-0000-0000-0000-000000000000}"/>
          </ac:spMkLst>
        </pc:spChg>
      </pc:sldChg>
      <pc:sldChg chg="addSp delSp modSp del mod">
        <pc:chgData name="Jorge Tesch" userId="88587a9db95d6a10" providerId="LiveId" clId="{0204C6D2-D373-4485-B02D-A39DFD606517}" dt="2025-09-11T15:43:53.957" v="63" actId="47"/>
        <pc:sldMkLst>
          <pc:docMk/>
          <pc:sldMk cId="4122437521" sldId="349"/>
        </pc:sldMkLst>
      </pc:sldChg>
      <pc:sldChg chg="addSp delSp modSp add mod">
        <pc:chgData name="Jorge Tesch" userId="88587a9db95d6a10" providerId="LiveId" clId="{0204C6D2-D373-4485-B02D-A39DFD606517}" dt="2025-10-23T08:37:21.411" v="13837" actId="1076"/>
        <pc:sldMkLst>
          <pc:docMk/>
          <pc:sldMk cId="3942861673" sldId="350"/>
        </pc:sldMkLst>
        <pc:spChg chg="mod">
          <ac:chgData name="Jorge Tesch" userId="88587a9db95d6a10" providerId="LiveId" clId="{0204C6D2-D373-4485-B02D-A39DFD606517}" dt="2025-10-23T08:37:09.624" v="13835" actId="1076"/>
          <ac:spMkLst>
            <pc:docMk/>
            <pc:sldMk cId="3942861673" sldId="350"/>
            <ac:spMk id="2" creationId="{00000000-0000-0000-0000-000000000000}"/>
          </ac:spMkLst>
        </pc:spChg>
        <pc:spChg chg="mod">
          <ac:chgData name="Jorge Tesch" userId="88587a9db95d6a10" providerId="LiveId" clId="{0204C6D2-D373-4485-B02D-A39DFD606517}" dt="2025-10-23T07:51:07.527" v="13709" actId="20577"/>
          <ac:spMkLst>
            <pc:docMk/>
            <pc:sldMk cId="3942861673" sldId="350"/>
            <ac:spMk id="3" creationId="{00000000-0000-0000-0000-000000000000}"/>
          </ac:spMkLst>
        </pc:spChg>
        <pc:spChg chg="mod">
          <ac:chgData name="Jorge Tesch" userId="88587a9db95d6a10" providerId="LiveId" clId="{0204C6D2-D373-4485-B02D-A39DFD606517}" dt="2025-10-23T07:52:32.809" v="13714" actId="255"/>
          <ac:spMkLst>
            <pc:docMk/>
            <pc:sldMk cId="3942861673" sldId="350"/>
            <ac:spMk id="4" creationId="{00000000-0000-0000-0000-000000000000}"/>
          </ac:spMkLst>
        </pc:spChg>
        <pc:spChg chg="add del mod">
          <ac:chgData name="Jorge Tesch" userId="88587a9db95d6a10" providerId="LiveId" clId="{0204C6D2-D373-4485-B02D-A39DFD606517}" dt="2025-10-23T07:53:27.512" v="13722" actId="478"/>
          <ac:spMkLst>
            <pc:docMk/>
            <pc:sldMk cId="3942861673" sldId="350"/>
            <ac:spMk id="9" creationId="{5FC6E7E7-2702-1C79-648A-D233070393DB}"/>
          </ac:spMkLst>
        </pc:spChg>
        <pc:spChg chg="add mod">
          <ac:chgData name="Jorge Tesch" userId="88587a9db95d6a10" providerId="LiveId" clId="{0204C6D2-D373-4485-B02D-A39DFD606517}" dt="2025-10-23T08:26:17.030" v="13793" actId="120"/>
          <ac:spMkLst>
            <pc:docMk/>
            <pc:sldMk cId="3942861673" sldId="350"/>
            <ac:spMk id="10" creationId="{9166E2FA-CB7A-F341-090D-A95C382839D8}"/>
          </ac:spMkLst>
        </pc:spChg>
        <pc:graphicFrameChg chg="add mod modGraphic">
          <ac:chgData name="Jorge Tesch" userId="88587a9db95d6a10" providerId="LiveId" clId="{0204C6D2-D373-4485-B02D-A39DFD606517}" dt="2025-10-23T08:37:21.411" v="13837" actId="1076"/>
          <ac:graphicFrameMkLst>
            <pc:docMk/>
            <pc:sldMk cId="3942861673" sldId="350"/>
            <ac:graphicFrameMk id="5" creationId="{47BC4502-3082-F6BA-80FD-002C0EEB3DBE}"/>
          </ac:graphicFrameMkLst>
        </pc:graphicFrameChg>
        <pc:picChg chg="add del mod">
          <ac:chgData name="Jorge Tesch" userId="88587a9db95d6a10" providerId="LiveId" clId="{0204C6D2-D373-4485-B02D-A39DFD606517}" dt="2025-10-23T07:53:25.027" v="13721" actId="478"/>
          <ac:picMkLst>
            <pc:docMk/>
            <pc:sldMk cId="3942861673" sldId="350"/>
            <ac:picMk id="6" creationId="{912227F1-2840-87D4-7F14-DEE765E08B73}"/>
          </ac:picMkLst>
        </pc:picChg>
        <pc:picChg chg="add mod modCrop">
          <ac:chgData name="Jorge Tesch" userId="88587a9db95d6a10" providerId="LiveId" clId="{0204C6D2-D373-4485-B02D-A39DFD606517}" dt="2025-10-23T08:24:42.266" v="13772" actId="1076"/>
          <ac:picMkLst>
            <pc:docMk/>
            <pc:sldMk cId="3942861673" sldId="350"/>
            <ac:picMk id="8" creationId="{B529DA93-5EA6-2177-85E2-548E34E22A27}"/>
          </ac:picMkLst>
        </pc:picChg>
        <pc:picChg chg="add del mod">
          <ac:chgData name="Jorge Tesch" userId="88587a9db95d6a10" providerId="LiveId" clId="{0204C6D2-D373-4485-B02D-A39DFD606517}" dt="2025-10-23T08:23:31.389" v="13750" actId="478"/>
          <ac:picMkLst>
            <pc:docMk/>
            <pc:sldMk cId="3942861673" sldId="350"/>
            <ac:picMk id="1026" creationId="{74F92DA8-2EE8-E603-3C3C-5F7390FA50E0}"/>
          </ac:picMkLst>
        </pc:picChg>
      </pc:sldChg>
      <pc:sldChg chg="addSp delSp modSp add mod">
        <pc:chgData name="Jorge Tesch" userId="88587a9db95d6a10" providerId="LiveId" clId="{0204C6D2-D373-4485-B02D-A39DFD606517}" dt="2025-09-18T19:09:33.212" v="4313" actId="20577"/>
        <pc:sldMkLst>
          <pc:docMk/>
          <pc:sldMk cId="2948861669" sldId="351"/>
        </pc:sldMkLst>
      </pc:sldChg>
      <pc:sldChg chg="addSp modSp add del mod">
        <pc:chgData name="Jorge Tesch" userId="88587a9db95d6a10" providerId="LiveId" clId="{0204C6D2-D373-4485-B02D-A39DFD606517}" dt="2025-09-18T12:54:48.848" v="2991" actId="47"/>
        <pc:sldMkLst>
          <pc:docMk/>
          <pc:sldMk cId="3041877552" sldId="352"/>
        </pc:sldMkLst>
      </pc:sldChg>
      <pc:sldChg chg="addSp modSp add del mod">
        <pc:chgData name="Jorge Tesch" userId="88587a9db95d6a10" providerId="LiveId" clId="{0204C6D2-D373-4485-B02D-A39DFD606517}" dt="2025-09-18T15:01:29.086" v="4275" actId="47"/>
        <pc:sldMkLst>
          <pc:docMk/>
          <pc:sldMk cId="917524592" sldId="353"/>
        </pc:sldMkLst>
      </pc:sldChg>
      <pc:sldChg chg="addSp delSp modSp add del mod">
        <pc:chgData name="Jorge Tesch" userId="88587a9db95d6a10" providerId="LiveId" clId="{0204C6D2-D373-4485-B02D-A39DFD606517}" dt="2025-09-18T15:01:38.226" v="4299" actId="47"/>
        <pc:sldMkLst>
          <pc:docMk/>
          <pc:sldMk cId="23113809" sldId="354"/>
        </pc:sldMkLst>
      </pc:sldChg>
      <pc:sldChg chg="del">
        <pc:chgData name="Jorge Tesch" userId="88587a9db95d6a10" providerId="LiveId" clId="{0204C6D2-D373-4485-B02D-A39DFD606517}" dt="2025-09-11T15:28:52.788" v="0" actId="47"/>
        <pc:sldMkLst>
          <pc:docMk/>
          <pc:sldMk cId="1730493215" sldId="355"/>
        </pc:sldMkLst>
      </pc:sldChg>
      <pc:sldChg chg="addSp delSp modSp new del mod">
        <pc:chgData name="Jorge Tesch" userId="88587a9db95d6a10" providerId="LiveId" clId="{0204C6D2-D373-4485-B02D-A39DFD606517}" dt="2025-09-18T15:01:37.565" v="4298" actId="47"/>
        <pc:sldMkLst>
          <pc:docMk/>
          <pc:sldMk cId="3546344449" sldId="355"/>
        </pc:sldMkLst>
      </pc:sldChg>
      <pc:sldChg chg="modSp new del mod">
        <pc:chgData name="Jorge Tesch" userId="88587a9db95d6a10" providerId="LiveId" clId="{0204C6D2-D373-4485-B02D-A39DFD606517}" dt="2025-09-18T15:01:37.233" v="4297" actId="47"/>
        <pc:sldMkLst>
          <pc:docMk/>
          <pc:sldMk cId="3939829848" sldId="356"/>
        </pc:sldMkLst>
      </pc:sldChg>
      <pc:sldChg chg="del">
        <pc:chgData name="Jorge Tesch" userId="88587a9db95d6a10" providerId="LiveId" clId="{0204C6D2-D373-4485-B02D-A39DFD606517}" dt="2025-09-11T15:28:53.392" v="1" actId="47"/>
        <pc:sldMkLst>
          <pc:docMk/>
          <pc:sldMk cId="4271831573" sldId="356"/>
        </pc:sldMkLst>
      </pc:sldChg>
      <pc:sldChg chg="del">
        <pc:chgData name="Jorge Tesch" userId="88587a9db95d6a10" providerId="LiveId" clId="{0204C6D2-D373-4485-B02D-A39DFD606517}" dt="2025-09-11T15:28:53.960" v="2" actId="47"/>
        <pc:sldMkLst>
          <pc:docMk/>
          <pc:sldMk cId="878947407" sldId="357"/>
        </pc:sldMkLst>
      </pc:sldChg>
      <pc:sldChg chg="addSp delSp modSp new del mod">
        <pc:chgData name="Jorge Tesch" userId="88587a9db95d6a10" providerId="LiveId" clId="{0204C6D2-D373-4485-B02D-A39DFD606517}" dt="2025-09-18T15:01:37.037" v="4296" actId="47"/>
        <pc:sldMkLst>
          <pc:docMk/>
          <pc:sldMk cId="2640918570" sldId="357"/>
        </pc:sldMkLst>
      </pc:sldChg>
      <pc:sldChg chg="del">
        <pc:chgData name="Jorge Tesch" userId="88587a9db95d6a10" providerId="LiveId" clId="{0204C6D2-D373-4485-B02D-A39DFD606517}" dt="2025-09-11T15:28:54.421" v="3" actId="47"/>
        <pc:sldMkLst>
          <pc:docMk/>
          <pc:sldMk cId="1355105796" sldId="358"/>
        </pc:sldMkLst>
      </pc:sldChg>
      <pc:sldChg chg="addSp delSp modSp new del mod">
        <pc:chgData name="Jorge Tesch" userId="88587a9db95d6a10" providerId="LiveId" clId="{0204C6D2-D373-4485-B02D-A39DFD606517}" dt="2025-09-18T15:01:36.811" v="4295" actId="47"/>
        <pc:sldMkLst>
          <pc:docMk/>
          <pc:sldMk cId="3430387532" sldId="358"/>
        </pc:sldMkLst>
      </pc:sldChg>
      <pc:sldChg chg="addSp delSp modSp new del mod">
        <pc:chgData name="Jorge Tesch" userId="88587a9db95d6a10" providerId="LiveId" clId="{0204C6D2-D373-4485-B02D-A39DFD606517}" dt="2025-09-18T15:01:36.319" v="4294" actId="47"/>
        <pc:sldMkLst>
          <pc:docMk/>
          <pc:sldMk cId="2043724977" sldId="359"/>
        </pc:sldMkLst>
      </pc:sldChg>
      <pc:sldChg chg="del">
        <pc:chgData name="Jorge Tesch" userId="88587a9db95d6a10" providerId="LiveId" clId="{0204C6D2-D373-4485-B02D-A39DFD606517}" dt="2025-09-11T15:28:54.770" v="4" actId="47"/>
        <pc:sldMkLst>
          <pc:docMk/>
          <pc:sldMk cId="4182386374" sldId="360"/>
        </pc:sldMkLst>
      </pc:sldChg>
      <pc:sldChg chg="addSp delSp modSp new del mod">
        <pc:chgData name="Jorge Tesch" userId="88587a9db95d6a10" providerId="LiveId" clId="{0204C6D2-D373-4485-B02D-A39DFD606517}" dt="2025-09-18T15:01:36.072" v="4293" actId="47"/>
        <pc:sldMkLst>
          <pc:docMk/>
          <pc:sldMk cId="4233648458" sldId="360"/>
        </pc:sldMkLst>
      </pc:sldChg>
      <pc:sldChg chg="addSp delSp modSp new del mod">
        <pc:chgData name="Jorge Tesch" userId="88587a9db95d6a10" providerId="LiveId" clId="{0204C6D2-D373-4485-B02D-A39DFD606517}" dt="2025-09-18T15:01:35.797" v="4292" actId="47"/>
        <pc:sldMkLst>
          <pc:docMk/>
          <pc:sldMk cId="2682590899" sldId="361"/>
        </pc:sldMkLst>
      </pc:sldChg>
      <pc:sldChg chg="del">
        <pc:chgData name="Jorge Tesch" userId="88587a9db95d6a10" providerId="LiveId" clId="{0204C6D2-D373-4485-B02D-A39DFD606517}" dt="2025-09-11T15:28:55.462" v="6" actId="47"/>
        <pc:sldMkLst>
          <pc:docMk/>
          <pc:sldMk cId="3394545837" sldId="361"/>
        </pc:sldMkLst>
      </pc:sldChg>
      <pc:sldChg chg="del">
        <pc:chgData name="Jorge Tesch" userId="88587a9db95d6a10" providerId="LiveId" clId="{0204C6D2-D373-4485-B02D-A39DFD606517}" dt="2025-09-11T15:28:55.778" v="7" actId="47"/>
        <pc:sldMkLst>
          <pc:docMk/>
          <pc:sldMk cId="2532600478" sldId="362"/>
        </pc:sldMkLst>
      </pc:sldChg>
      <pc:sldChg chg="addSp delSp modSp new del mod">
        <pc:chgData name="Jorge Tesch" userId="88587a9db95d6a10" providerId="LiveId" clId="{0204C6D2-D373-4485-B02D-A39DFD606517}" dt="2025-09-18T15:01:35.535" v="4291" actId="47"/>
        <pc:sldMkLst>
          <pc:docMk/>
          <pc:sldMk cId="2978135004" sldId="362"/>
        </pc:sldMkLst>
      </pc:sldChg>
      <pc:sldChg chg="del">
        <pc:chgData name="Jorge Tesch" userId="88587a9db95d6a10" providerId="LiveId" clId="{0204C6D2-D373-4485-B02D-A39DFD606517}" dt="2025-09-11T15:28:56.098" v="8" actId="47"/>
        <pc:sldMkLst>
          <pc:docMk/>
          <pc:sldMk cId="346108024" sldId="363"/>
        </pc:sldMkLst>
      </pc:sldChg>
      <pc:sldChg chg="addSp modSp new del mod">
        <pc:chgData name="Jorge Tesch" userId="88587a9db95d6a10" providerId="LiveId" clId="{0204C6D2-D373-4485-B02D-A39DFD606517}" dt="2025-09-18T15:01:35.273" v="4290" actId="47"/>
        <pc:sldMkLst>
          <pc:docMk/>
          <pc:sldMk cId="2194301722" sldId="363"/>
        </pc:sldMkLst>
      </pc:sldChg>
      <pc:sldChg chg="del">
        <pc:chgData name="Jorge Tesch" userId="88587a9db95d6a10" providerId="LiveId" clId="{0204C6D2-D373-4485-B02D-A39DFD606517}" dt="2025-09-11T15:28:56.609" v="9" actId="47"/>
        <pc:sldMkLst>
          <pc:docMk/>
          <pc:sldMk cId="2945898481" sldId="364"/>
        </pc:sldMkLst>
      </pc:sldChg>
      <pc:sldChg chg="modSp add del mod">
        <pc:chgData name="Jorge Tesch" userId="88587a9db95d6a10" providerId="LiveId" clId="{0204C6D2-D373-4485-B02D-A39DFD606517}" dt="2025-09-18T15:01:35.069" v="4289" actId="47"/>
        <pc:sldMkLst>
          <pc:docMk/>
          <pc:sldMk cId="3469831390" sldId="364"/>
        </pc:sldMkLst>
      </pc:sldChg>
      <pc:sldChg chg="del">
        <pc:chgData name="Jorge Tesch" userId="88587a9db95d6a10" providerId="LiveId" clId="{0204C6D2-D373-4485-B02D-A39DFD606517}" dt="2025-09-11T15:28:55.123" v="5" actId="47"/>
        <pc:sldMkLst>
          <pc:docMk/>
          <pc:sldMk cId="610816159" sldId="365"/>
        </pc:sldMkLst>
      </pc:sldChg>
      <pc:sldChg chg="modSp add del mod">
        <pc:chgData name="Jorge Tesch" userId="88587a9db95d6a10" providerId="LiveId" clId="{0204C6D2-D373-4485-B02D-A39DFD606517}" dt="2025-09-18T15:01:34.871" v="4288" actId="47"/>
        <pc:sldMkLst>
          <pc:docMk/>
          <pc:sldMk cId="4139311946" sldId="365"/>
        </pc:sldMkLst>
      </pc:sldChg>
      <pc:sldChg chg="addSp delSp modSp new del mod">
        <pc:chgData name="Jorge Tesch" userId="88587a9db95d6a10" providerId="LiveId" clId="{0204C6D2-D373-4485-B02D-A39DFD606517}" dt="2025-09-18T15:01:34.687" v="4287" actId="47"/>
        <pc:sldMkLst>
          <pc:docMk/>
          <pc:sldMk cId="3499415974" sldId="366"/>
        </pc:sldMkLst>
      </pc:sldChg>
      <pc:sldChg chg="addSp delSp modSp add del mod">
        <pc:chgData name="Jorge Tesch" userId="88587a9db95d6a10" providerId="LiveId" clId="{0204C6D2-D373-4485-B02D-A39DFD606517}" dt="2025-09-18T15:01:34.504" v="4286" actId="47"/>
        <pc:sldMkLst>
          <pc:docMk/>
          <pc:sldMk cId="3209967581" sldId="367"/>
        </pc:sldMkLst>
      </pc:sldChg>
      <pc:sldChg chg="modSp add del mod">
        <pc:chgData name="Jorge Tesch" userId="88587a9db95d6a10" providerId="LiveId" clId="{0204C6D2-D373-4485-B02D-A39DFD606517}" dt="2025-09-18T15:01:34.316" v="4285" actId="47"/>
        <pc:sldMkLst>
          <pc:docMk/>
          <pc:sldMk cId="4123539351" sldId="368"/>
        </pc:sldMkLst>
      </pc:sldChg>
      <pc:sldChg chg="addSp delSp modSp add del mod">
        <pc:chgData name="Jorge Tesch" userId="88587a9db95d6a10" providerId="LiveId" clId="{0204C6D2-D373-4485-B02D-A39DFD606517}" dt="2025-09-18T15:01:34.126" v="4284" actId="47"/>
        <pc:sldMkLst>
          <pc:docMk/>
          <pc:sldMk cId="3864673662" sldId="369"/>
        </pc:sldMkLst>
      </pc:sldChg>
      <pc:sldChg chg="modSp add del mod">
        <pc:chgData name="Jorge Tesch" userId="88587a9db95d6a10" providerId="LiveId" clId="{0204C6D2-D373-4485-B02D-A39DFD606517}" dt="2025-09-18T15:01:33.946" v="4283" actId="47"/>
        <pc:sldMkLst>
          <pc:docMk/>
          <pc:sldMk cId="3215911074" sldId="370"/>
        </pc:sldMkLst>
      </pc:sldChg>
      <pc:sldChg chg="addSp delSp modSp add del mod">
        <pc:chgData name="Jorge Tesch" userId="88587a9db95d6a10" providerId="LiveId" clId="{0204C6D2-D373-4485-B02D-A39DFD606517}" dt="2025-09-18T15:01:33.777" v="4282" actId="47"/>
        <pc:sldMkLst>
          <pc:docMk/>
          <pc:sldMk cId="4062482326" sldId="371"/>
        </pc:sldMkLst>
      </pc:sldChg>
      <pc:sldChg chg="modSp add del mod">
        <pc:chgData name="Jorge Tesch" userId="88587a9db95d6a10" providerId="LiveId" clId="{0204C6D2-D373-4485-B02D-A39DFD606517}" dt="2025-09-18T15:01:33.599" v="4281" actId="47"/>
        <pc:sldMkLst>
          <pc:docMk/>
          <pc:sldMk cId="2479003345" sldId="372"/>
        </pc:sldMkLst>
      </pc:sldChg>
      <pc:sldChg chg="modSp add del mod">
        <pc:chgData name="Jorge Tesch" userId="88587a9db95d6a10" providerId="LiveId" clId="{0204C6D2-D373-4485-B02D-A39DFD606517}" dt="2025-09-18T15:01:33.419" v="4280" actId="47"/>
        <pc:sldMkLst>
          <pc:docMk/>
          <pc:sldMk cId="2359817773" sldId="373"/>
        </pc:sldMkLst>
      </pc:sldChg>
      <pc:sldChg chg="addSp modSp add del mod">
        <pc:chgData name="Jorge Tesch" userId="88587a9db95d6a10" providerId="LiveId" clId="{0204C6D2-D373-4485-B02D-A39DFD606517}" dt="2025-09-18T15:01:33.255" v="4279" actId="47"/>
        <pc:sldMkLst>
          <pc:docMk/>
          <pc:sldMk cId="1383554072" sldId="374"/>
        </pc:sldMkLst>
      </pc:sldChg>
      <pc:sldChg chg="add del">
        <pc:chgData name="Jorge Tesch" userId="88587a9db95d6a10" providerId="LiveId" clId="{0204C6D2-D373-4485-B02D-A39DFD606517}" dt="2025-09-11T19:12:49.051" v="2433" actId="47"/>
        <pc:sldMkLst>
          <pc:docMk/>
          <pc:sldMk cId="3534520314" sldId="374"/>
        </pc:sldMkLst>
      </pc:sldChg>
      <pc:sldChg chg="add del">
        <pc:chgData name="Jorge Tesch" userId="88587a9db95d6a10" providerId="LiveId" clId="{0204C6D2-D373-4485-B02D-A39DFD606517}" dt="2025-09-11T19:20:52.965" v="2547" actId="47"/>
        <pc:sldMkLst>
          <pc:docMk/>
          <pc:sldMk cId="2798651211" sldId="375"/>
        </pc:sldMkLst>
      </pc:sldChg>
      <pc:sldChg chg="addSp modSp add del mod">
        <pc:chgData name="Jorge Tesch" userId="88587a9db95d6a10" providerId="LiveId" clId="{0204C6D2-D373-4485-B02D-A39DFD606517}" dt="2025-09-18T15:01:32.896" v="4277" actId="47"/>
        <pc:sldMkLst>
          <pc:docMk/>
          <pc:sldMk cId="3508955655" sldId="376"/>
        </pc:sldMkLst>
      </pc:sldChg>
      <pc:sldChg chg="addSp delSp modSp add del mod ord">
        <pc:chgData name="Jorge Tesch" userId="88587a9db95d6a10" providerId="LiveId" clId="{0204C6D2-D373-4485-B02D-A39DFD606517}" dt="2025-09-18T15:01:33.079" v="4278" actId="47"/>
        <pc:sldMkLst>
          <pc:docMk/>
          <pc:sldMk cId="1413471651" sldId="377"/>
        </pc:sldMkLst>
      </pc:sldChg>
      <pc:sldChg chg="addSp delSp modSp add del mod">
        <pc:chgData name="Jorge Tesch" userId="88587a9db95d6a10" providerId="LiveId" clId="{0204C6D2-D373-4485-B02D-A39DFD606517}" dt="2025-09-18T15:01:32.698" v="4276" actId="47"/>
        <pc:sldMkLst>
          <pc:docMk/>
          <pc:sldMk cId="1722840938" sldId="378"/>
        </pc:sldMkLst>
      </pc:sldChg>
      <pc:sldChg chg="add del ord">
        <pc:chgData name="Jorge Tesch" userId="88587a9db95d6a10" providerId="LiveId" clId="{0204C6D2-D373-4485-B02D-A39DFD606517}" dt="2025-09-18T12:54:49.462" v="2992" actId="47"/>
        <pc:sldMkLst>
          <pc:docMk/>
          <pc:sldMk cId="671174829" sldId="379"/>
        </pc:sldMkLst>
      </pc:sldChg>
      <pc:sldChg chg="delSp modSp add del mod">
        <pc:chgData name="Jorge Tesch" userId="88587a9db95d6a10" providerId="LiveId" clId="{0204C6D2-D373-4485-B02D-A39DFD606517}" dt="2025-09-18T14:22:51.750" v="3037" actId="2696"/>
        <pc:sldMkLst>
          <pc:docMk/>
          <pc:sldMk cId="131605950" sldId="380"/>
        </pc:sldMkLst>
      </pc:sldChg>
      <pc:sldChg chg="addSp modSp add mod">
        <pc:chgData name="Jorge Tesch" userId="88587a9db95d6a10" providerId="LiveId" clId="{0204C6D2-D373-4485-B02D-A39DFD606517}" dt="2025-09-18T14:26:14.266" v="3101"/>
        <pc:sldMkLst>
          <pc:docMk/>
          <pc:sldMk cId="1136407488" sldId="381"/>
        </pc:sldMkLst>
      </pc:sldChg>
      <pc:sldChg chg="addSp delSp modSp add mod">
        <pc:chgData name="Jorge Tesch" userId="88587a9db95d6a10" providerId="LiveId" clId="{0204C6D2-D373-4485-B02D-A39DFD606517}" dt="2025-09-18T14:36:05.296" v="3628" actId="20577"/>
        <pc:sldMkLst>
          <pc:docMk/>
          <pc:sldMk cId="3137955477" sldId="382"/>
        </pc:sldMkLst>
      </pc:sldChg>
      <pc:sldChg chg="modSp add mod">
        <pc:chgData name="Jorge Tesch" userId="88587a9db95d6a10" providerId="LiveId" clId="{0204C6D2-D373-4485-B02D-A39DFD606517}" dt="2025-09-18T14:41:17.568" v="3803" actId="14100"/>
        <pc:sldMkLst>
          <pc:docMk/>
          <pc:sldMk cId="3770848822" sldId="383"/>
        </pc:sldMkLst>
      </pc:sldChg>
      <pc:sldChg chg="addSp delSp modSp add del mod">
        <pc:chgData name="Jorge Tesch" userId="88587a9db95d6a10" providerId="LiveId" clId="{0204C6D2-D373-4485-B02D-A39DFD606517}" dt="2025-10-23T08:37:39.813" v="13840" actId="47"/>
        <pc:sldMkLst>
          <pc:docMk/>
          <pc:sldMk cId="3067280417" sldId="384"/>
        </pc:sldMkLst>
      </pc:sldChg>
      <pc:sldChg chg="addSp modSp add del mod">
        <pc:chgData name="Jorge Tesch" userId="88587a9db95d6a10" providerId="LiveId" clId="{0204C6D2-D373-4485-B02D-A39DFD606517}" dt="2025-10-23T08:37:51.168" v="13852" actId="47"/>
        <pc:sldMkLst>
          <pc:docMk/>
          <pc:sldMk cId="2899272063" sldId="385"/>
        </pc:sldMkLst>
      </pc:sldChg>
      <pc:sldChg chg="del">
        <pc:chgData name="Jorge Tesch" userId="88587a9db95d6a10" providerId="LiveId" clId="{0204C6D2-D373-4485-B02D-A39DFD606517}" dt="2025-09-29T16:48:38.289" v="7967" actId="47"/>
        <pc:sldMkLst>
          <pc:docMk/>
          <pc:sldMk cId="3636006643" sldId="385"/>
        </pc:sldMkLst>
      </pc:sldChg>
      <pc:sldChg chg="addSp delSp modSp add mod ord">
        <pc:chgData name="Jorge Tesch" userId="88587a9db95d6a10" providerId="LiveId" clId="{0204C6D2-D373-4485-B02D-A39DFD606517}" dt="2025-09-18T15:02:22.637" v="4311" actId="20577"/>
        <pc:sldMkLst>
          <pc:docMk/>
          <pc:sldMk cId="4084094803" sldId="385"/>
        </pc:sldMkLst>
      </pc:sldChg>
      <pc:sldChg chg="addSp delSp modSp add del mod">
        <pc:chgData name="Jorge Tesch" userId="88587a9db95d6a10" providerId="LiveId" clId="{0204C6D2-D373-4485-B02D-A39DFD606517}" dt="2025-10-14T18:35:08.880" v="12491" actId="47"/>
        <pc:sldMkLst>
          <pc:docMk/>
          <pc:sldMk cId="1029633297" sldId="386"/>
        </pc:sldMkLst>
      </pc:sldChg>
      <pc:sldChg chg="del">
        <pc:chgData name="Jorge Tesch" userId="88587a9db95d6a10" providerId="LiveId" clId="{0204C6D2-D373-4485-B02D-A39DFD606517}" dt="2025-09-29T16:48:44.170" v="7984" actId="47"/>
        <pc:sldMkLst>
          <pc:docMk/>
          <pc:sldMk cId="2465678703" sldId="386"/>
        </pc:sldMkLst>
      </pc:sldChg>
      <pc:sldChg chg="addSp delSp modSp add mod">
        <pc:chgData name="Jorge Tesch" userId="88587a9db95d6a10" providerId="LiveId" clId="{0204C6D2-D373-4485-B02D-A39DFD606517}" dt="2025-09-21T09:23:55.979" v="4545" actId="20577"/>
        <pc:sldMkLst>
          <pc:docMk/>
          <pc:sldMk cId="2621274966" sldId="386"/>
        </pc:sldMkLst>
      </pc:sldChg>
      <pc:sldChg chg="addSp delSp modSp add del mod">
        <pc:chgData name="Jorge Tesch" userId="88587a9db95d6a10" providerId="LiveId" clId="{0204C6D2-D373-4485-B02D-A39DFD606517}" dt="2025-09-21T09:21:49.752" v="4502" actId="2696"/>
        <pc:sldMkLst>
          <pc:docMk/>
          <pc:sldMk cId="301846254" sldId="387"/>
        </pc:sldMkLst>
      </pc:sldChg>
      <pc:sldChg chg="delSp modSp add del mod ord">
        <pc:chgData name="Jorge Tesch" userId="88587a9db95d6a10" providerId="LiveId" clId="{0204C6D2-D373-4485-B02D-A39DFD606517}" dt="2025-10-14T18:35:09.454" v="12492" actId="47"/>
        <pc:sldMkLst>
          <pc:docMk/>
          <pc:sldMk cId="1168179297" sldId="387"/>
        </pc:sldMkLst>
      </pc:sldChg>
      <pc:sldChg chg="del">
        <pc:chgData name="Jorge Tesch" userId="88587a9db95d6a10" providerId="LiveId" clId="{0204C6D2-D373-4485-B02D-A39DFD606517}" dt="2025-09-29T16:48:43.745" v="7983" actId="47"/>
        <pc:sldMkLst>
          <pc:docMk/>
          <pc:sldMk cId="2539179119" sldId="387"/>
        </pc:sldMkLst>
      </pc:sldChg>
      <pc:sldChg chg="addSp delSp modSp add del mod ord">
        <pc:chgData name="Jorge Tesch" userId="88587a9db95d6a10" providerId="LiveId" clId="{0204C6D2-D373-4485-B02D-A39DFD606517}" dt="2025-10-14T18:35:09.924" v="12493" actId="47"/>
        <pc:sldMkLst>
          <pc:docMk/>
          <pc:sldMk cId="632638156" sldId="388"/>
        </pc:sldMkLst>
      </pc:sldChg>
      <pc:sldChg chg="add del">
        <pc:chgData name="Jorge Tesch" userId="88587a9db95d6a10" providerId="LiveId" clId="{0204C6D2-D373-4485-B02D-A39DFD606517}" dt="2025-09-30T16:27:43.196" v="8723" actId="47"/>
        <pc:sldMkLst>
          <pc:docMk/>
          <pc:sldMk cId="985763856" sldId="388"/>
        </pc:sldMkLst>
      </pc:sldChg>
      <pc:sldChg chg="del">
        <pc:chgData name="Jorge Tesch" userId="88587a9db95d6a10" providerId="LiveId" clId="{0204C6D2-D373-4485-B02D-A39DFD606517}" dt="2025-09-29T16:48:43.607" v="7982" actId="47"/>
        <pc:sldMkLst>
          <pc:docMk/>
          <pc:sldMk cId="2696460905" sldId="388"/>
        </pc:sldMkLst>
      </pc:sldChg>
      <pc:sldChg chg="new del">
        <pc:chgData name="Jorge Tesch" userId="88587a9db95d6a10" providerId="LiveId" clId="{0204C6D2-D373-4485-B02D-A39DFD606517}" dt="2025-09-29T20:15:45.771" v="8717" actId="47"/>
        <pc:sldMkLst>
          <pc:docMk/>
          <pc:sldMk cId="2945566680" sldId="388"/>
        </pc:sldMkLst>
      </pc:sldChg>
      <pc:sldChg chg="addSp delSp modSp add mod">
        <pc:chgData name="Jorge Tesch" userId="88587a9db95d6a10" providerId="LiveId" clId="{0204C6D2-D373-4485-B02D-A39DFD606517}" dt="2025-09-21T10:10:02.902" v="4599" actId="14100"/>
        <pc:sldMkLst>
          <pc:docMk/>
          <pc:sldMk cId="4278822424" sldId="388"/>
        </pc:sldMkLst>
      </pc:sldChg>
      <pc:sldChg chg="del">
        <pc:chgData name="Jorge Tesch" userId="88587a9db95d6a10" providerId="LiveId" clId="{0204C6D2-D373-4485-B02D-A39DFD606517}" dt="2025-09-29T16:48:43.108" v="7981" actId="47"/>
        <pc:sldMkLst>
          <pc:docMk/>
          <pc:sldMk cId="2599014675" sldId="389"/>
        </pc:sldMkLst>
      </pc:sldChg>
      <pc:sldChg chg="addSp delSp modSp add del mod">
        <pc:chgData name="Jorge Tesch" userId="88587a9db95d6a10" providerId="LiveId" clId="{0204C6D2-D373-4485-B02D-A39DFD606517}" dt="2025-10-14T18:38:29.812" v="12519" actId="47"/>
        <pc:sldMkLst>
          <pc:docMk/>
          <pc:sldMk cId="2717205755" sldId="389"/>
        </pc:sldMkLst>
      </pc:sldChg>
      <pc:sldChg chg="addSp delSp modSp add mod">
        <pc:chgData name="Jorge Tesch" userId="88587a9db95d6a10" providerId="LiveId" clId="{0204C6D2-D373-4485-B02D-A39DFD606517}" dt="2025-09-21T11:30:44.810" v="4719" actId="1076"/>
        <pc:sldMkLst>
          <pc:docMk/>
          <pc:sldMk cId="3841656772" sldId="389"/>
        </pc:sldMkLst>
      </pc:sldChg>
      <pc:sldChg chg="addSp delSp modSp add mod">
        <pc:chgData name="Jorge Tesch" userId="88587a9db95d6a10" providerId="LiveId" clId="{0204C6D2-D373-4485-B02D-A39DFD606517}" dt="2025-09-21T11:38:39.997" v="4783" actId="1076"/>
        <pc:sldMkLst>
          <pc:docMk/>
          <pc:sldMk cId="104420356" sldId="390"/>
        </pc:sldMkLst>
      </pc:sldChg>
      <pc:sldChg chg="addSp delSp modSp add del mod ord">
        <pc:chgData name="Jorge Tesch" userId="88587a9db95d6a10" providerId="LiveId" clId="{0204C6D2-D373-4485-B02D-A39DFD606517}" dt="2025-10-14T18:35:18.612" v="12512" actId="47"/>
        <pc:sldMkLst>
          <pc:docMk/>
          <pc:sldMk cId="2176680253" sldId="390"/>
        </pc:sldMkLst>
      </pc:sldChg>
      <pc:sldChg chg="del">
        <pc:chgData name="Jorge Tesch" userId="88587a9db95d6a10" providerId="LiveId" clId="{0204C6D2-D373-4485-B02D-A39DFD606517}" dt="2025-09-29T16:48:42.775" v="7980" actId="47"/>
        <pc:sldMkLst>
          <pc:docMk/>
          <pc:sldMk cId="2799464042" sldId="390"/>
        </pc:sldMkLst>
      </pc:sldChg>
      <pc:sldChg chg="del">
        <pc:chgData name="Jorge Tesch" userId="88587a9db95d6a10" providerId="LiveId" clId="{0204C6D2-D373-4485-B02D-A39DFD606517}" dt="2025-09-29T16:48:42.456" v="7979" actId="47"/>
        <pc:sldMkLst>
          <pc:docMk/>
          <pc:sldMk cId="991914571" sldId="391"/>
        </pc:sldMkLst>
      </pc:sldChg>
      <pc:sldChg chg="addSp delSp modSp add mod">
        <pc:chgData name="Jorge Tesch" userId="88587a9db95d6a10" providerId="LiveId" clId="{0204C6D2-D373-4485-B02D-A39DFD606517}" dt="2025-09-21T15:58:45.352" v="5634" actId="1076"/>
        <pc:sldMkLst>
          <pc:docMk/>
          <pc:sldMk cId="1293565639" sldId="391"/>
        </pc:sldMkLst>
      </pc:sldChg>
      <pc:sldChg chg="addSp delSp modSp add del mod">
        <pc:chgData name="Jorge Tesch" userId="88587a9db95d6a10" providerId="LiveId" clId="{0204C6D2-D373-4485-B02D-A39DFD606517}" dt="2025-10-14T18:35:18.471" v="12511" actId="47"/>
        <pc:sldMkLst>
          <pc:docMk/>
          <pc:sldMk cId="3148763626" sldId="391"/>
        </pc:sldMkLst>
      </pc:sldChg>
      <pc:sldChg chg="addSp delSp modSp add mod ord">
        <pc:chgData name="Jorge Tesch" userId="88587a9db95d6a10" providerId="LiveId" clId="{0204C6D2-D373-4485-B02D-A39DFD606517}" dt="2025-09-21T13:34:26.469" v="5050" actId="22"/>
        <pc:sldMkLst>
          <pc:docMk/>
          <pc:sldMk cId="45895408" sldId="392"/>
        </pc:sldMkLst>
      </pc:sldChg>
      <pc:sldChg chg="add del">
        <pc:chgData name="Jorge Tesch" userId="88587a9db95d6a10" providerId="LiveId" clId="{0204C6D2-D373-4485-B02D-A39DFD606517}" dt="2025-10-05T10:33:10.749" v="9197" actId="47"/>
        <pc:sldMkLst>
          <pc:docMk/>
          <pc:sldMk cId="799662035" sldId="392"/>
        </pc:sldMkLst>
      </pc:sldChg>
      <pc:sldChg chg="del">
        <pc:chgData name="Jorge Tesch" userId="88587a9db95d6a10" providerId="LiveId" clId="{0204C6D2-D373-4485-B02D-A39DFD606517}" dt="2025-09-29T16:48:42.293" v="7978" actId="47"/>
        <pc:sldMkLst>
          <pc:docMk/>
          <pc:sldMk cId="2351208117" sldId="392"/>
        </pc:sldMkLst>
      </pc:sldChg>
      <pc:sldChg chg="addSp delSp modSp add del mod">
        <pc:chgData name="Jorge Tesch" userId="88587a9db95d6a10" providerId="LiveId" clId="{0204C6D2-D373-4485-B02D-A39DFD606517}" dt="2025-10-14T18:35:17.158" v="12510" actId="47"/>
        <pc:sldMkLst>
          <pc:docMk/>
          <pc:sldMk cId="2427127967" sldId="392"/>
        </pc:sldMkLst>
      </pc:sldChg>
      <pc:sldChg chg="addSp delSp modSp add del mod">
        <pc:chgData name="Jorge Tesch" userId="88587a9db95d6a10" providerId="LiveId" clId="{0204C6D2-D373-4485-B02D-A39DFD606517}" dt="2025-10-14T18:35:17.031" v="12509" actId="47"/>
        <pc:sldMkLst>
          <pc:docMk/>
          <pc:sldMk cId="875182662" sldId="393"/>
        </pc:sldMkLst>
      </pc:sldChg>
      <pc:sldChg chg="del">
        <pc:chgData name="Jorge Tesch" userId="88587a9db95d6a10" providerId="LiveId" clId="{0204C6D2-D373-4485-B02D-A39DFD606517}" dt="2025-09-29T16:48:42.133" v="7977" actId="47"/>
        <pc:sldMkLst>
          <pc:docMk/>
          <pc:sldMk cId="2512112417" sldId="393"/>
        </pc:sldMkLst>
      </pc:sldChg>
      <pc:sldChg chg="modSp add mod">
        <pc:chgData name="Jorge Tesch" userId="88587a9db95d6a10" providerId="LiveId" clId="{0204C6D2-D373-4485-B02D-A39DFD606517}" dt="2025-09-21T13:37:01.766" v="5081" actId="1076"/>
        <pc:sldMkLst>
          <pc:docMk/>
          <pc:sldMk cId="2615191279" sldId="393"/>
        </pc:sldMkLst>
      </pc:sldChg>
      <pc:sldChg chg="delSp modSp add del mod ord">
        <pc:chgData name="Jorge Tesch" userId="88587a9db95d6a10" providerId="LiveId" clId="{0204C6D2-D373-4485-B02D-A39DFD606517}" dt="2025-10-14T18:35:16.885" v="12508" actId="47"/>
        <pc:sldMkLst>
          <pc:docMk/>
          <pc:sldMk cId="428766237" sldId="394"/>
        </pc:sldMkLst>
      </pc:sldChg>
      <pc:sldChg chg="addSp delSp modSp add mod">
        <pc:chgData name="Jorge Tesch" userId="88587a9db95d6a10" providerId="LiveId" clId="{0204C6D2-D373-4485-B02D-A39DFD606517}" dt="2025-09-21T14:51:23.485" v="5191" actId="14100"/>
        <pc:sldMkLst>
          <pc:docMk/>
          <pc:sldMk cId="1196119748" sldId="394"/>
        </pc:sldMkLst>
      </pc:sldChg>
      <pc:sldChg chg="del">
        <pc:chgData name="Jorge Tesch" userId="88587a9db95d6a10" providerId="LiveId" clId="{0204C6D2-D373-4485-B02D-A39DFD606517}" dt="2025-09-29T16:48:41.966" v="7976" actId="47"/>
        <pc:sldMkLst>
          <pc:docMk/>
          <pc:sldMk cId="3019340217" sldId="394"/>
        </pc:sldMkLst>
      </pc:sldChg>
      <pc:sldChg chg="new del">
        <pc:chgData name="Jorge Tesch" userId="88587a9db95d6a10" providerId="LiveId" clId="{0204C6D2-D373-4485-B02D-A39DFD606517}" dt="2025-10-05T11:12:37.232" v="9846" actId="47"/>
        <pc:sldMkLst>
          <pc:docMk/>
          <pc:sldMk cId="1266018094" sldId="395"/>
        </pc:sldMkLst>
      </pc:sldChg>
      <pc:sldChg chg="addSp delSp modSp add del mod">
        <pc:chgData name="Jorge Tesch" userId="88587a9db95d6a10" providerId="LiveId" clId="{0204C6D2-D373-4485-B02D-A39DFD606517}" dt="2025-09-21T14:58:13.683" v="5314" actId="2696"/>
        <pc:sldMkLst>
          <pc:docMk/>
          <pc:sldMk cId="2566733709" sldId="395"/>
        </pc:sldMkLst>
      </pc:sldChg>
      <pc:sldChg chg="modSp del">
        <pc:chgData name="Jorge Tesch" userId="88587a9db95d6a10" providerId="LiveId" clId="{0204C6D2-D373-4485-B02D-A39DFD606517}" dt="2025-09-29T16:48:41.799" v="7975" actId="47"/>
        <pc:sldMkLst>
          <pc:docMk/>
          <pc:sldMk cId="3690080474" sldId="395"/>
        </pc:sldMkLst>
      </pc:sldChg>
      <pc:sldChg chg="addSp delSp modSp add del mod">
        <pc:chgData name="Jorge Tesch" userId="88587a9db95d6a10" providerId="LiveId" clId="{0204C6D2-D373-4485-B02D-A39DFD606517}" dt="2025-10-14T18:35:15.360" v="12507" actId="47"/>
        <pc:sldMkLst>
          <pc:docMk/>
          <pc:sldMk cId="4250803170" sldId="395"/>
        </pc:sldMkLst>
      </pc:sldChg>
      <pc:sldChg chg="add del">
        <pc:chgData name="Jorge Tesch" userId="88587a9db95d6a10" providerId="LiveId" clId="{0204C6D2-D373-4485-B02D-A39DFD606517}" dt="2025-09-21T14:58:08.986" v="5312" actId="47"/>
        <pc:sldMkLst>
          <pc:docMk/>
          <pc:sldMk cId="1009853494" sldId="396"/>
        </pc:sldMkLst>
      </pc:sldChg>
      <pc:sldChg chg="addSp modSp add del mod">
        <pc:chgData name="Jorge Tesch" userId="88587a9db95d6a10" providerId="LiveId" clId="{0204C6D2-D373-4485-B02D-A39DFD606517}" dt="2025-09-29T16:48:41.587" v="7974" actId="47"/>
        <pc:sldMkLst>
          <pc:docMk/>
          <pc:sldMk cId="2531798549" sldId="396"/>
        </pc:sldMkLst>
      </pc:sldChg>
      <pc:sldChg chg="addSp delSp modSp add mod">
        <pc:chgData name="Jorge Tesch" userId="88587a9db95d6a10" providerId="LiveId" clId="{0204C6D2-D373-4485-B02D-A39DFD606517}" dt="2025-09-23T16:47:14.441" v="6326" actId="15"/>
        <pc:sldMkLst>
          <pc:docMk/>
          <pc:sldMk cId="2987652906" sldId="396"/>
        </pc:sldMkLst>
      </pc:sldChg>
      <pc:sldChg chg="modSp add del mod">
        <pc:chgData name="Jorge Tesch" userId="88587a9db95d6a10" providerId="LiveId" clId="{0204C6D2-D373-4485-B02D-A39DFD606517}" dt="2025-10-14T18:35:15.212" v="12506" actId="47"/>
        <pc:sldMkLst>
          <pc:docMk/>
          <pc:sldMk cId="3182760448" sldId="396"/>
        </pc:sldMkLst>
      </pc:sldChg>
      <pc:sldChg chg="addSp delSp modSp add del mod">
        <pc:chgData name="Jorge Tesch" userId="88587a9db95d6a10" providerId="LiveId" clId="{0204C6D2-D373-4485-B02D-A39DFD606517}" dt="2025-09-29T16:48:41.437" v="7973" actId="47"/>
        <pc:sldMkLst>
          <pc:docMk/>
          <pc:sldMk cId="143865550" sldId="397"/>
        </pc:sldMkLst>
      </pc:sldChg>
      <pc:sldChg chg="addSp delSp modSp add del mod">
        <pc:chgData name="Jorge Tesch" userId="88587a9db95d6a10" providerId="LiveId" clId="{0204C6D2-D373-4485-B02D-A39DFD606517}" dt="2025-10-14T18:35:15.036" v="12505" actId="47"/>
        <pc:sldMkLst>
          <pc:docMk/>
          <pc:sldMk cId="618206497" sldId="397"/>
        </pc:sldMkLst>
      </pc:sldChg>
      <pc:sldChg chg="addSp delSp modSp add mod">
        <pc:chgData name="Jorge Tesch" userId="88587a9db95d6a10" providerId="LiveId" clId="{0204C6D2-D373-4485-B02D-A39DFD606517}" dt="2025-09-23T16:49:11.972" v="6348" actId="20577"/>
        <pc:sldMkLst>
          <pc:docMk/>
          <pc:sldMk cId="3396640966" sldId="397"/>
        </pc:sldMkLst>
      </pc:sldChg>
      <pc:sldChg chg="delSp modSp add mod">
        <pc:chgData name="Jorge Tesch" userId="88587a9db95d6a10" providerId="LiveId" clId="{0204C6D2-D373-4485-B02D-A39DFD606517}" dt="2025-09-21T16:32:59.356" v="5998"/>
        <pc:sldMkLst>
          <pc:docMk/>
          <pc:sldMk cId="583839031" sldId="398"/>
        </pc:sldMkLst>
      </pc:sldChg>
      <pc:sldChg chg="addSp delSp modSp add del mod">
        <pc:chgData name="Jorge Tesch" userId="88587a9db95d6a10" providerId="LiveId" clId="{0204C6D2-D373-4485-B02D-A39DFD606517}" dt="2025-10-14T18:35:14.552" v="12504" actId="47"/>
        <pc:sldMkLst>
          <pc:docMk/>
          <pc:sldMk cId="2640951934" sldId="398"/>
        </pc:sldMkLst>
      </pc:sldChg>
      <pc:sldChg chg="modSp add del mod">
        <pc:chgData name="Jorge Tesch" userId="88587a9db95d6a10" providerId="LiveId" clId="{0204C6D2-D373-4485-B02D-A39DFD606517}" dt="2025-09-29T16:48:41.279" v="7972" actId="47"/>
        <pc:sldMkLst>
          <pc:docMk/>
          <pc:sldMk cId="3744385474" sldId="398"/>
        </pc:sldMkLst>
      </pc:sldChg>
      <pc:sldChg chg="modSp add del mod">
        <pc:chgData name="Jorge Tesch" userId="88587a9db95d6a10" providerId="LiveId" clId="{0204C6D2-D373-4485-B02D-A39DFD606517}" dt="2025-09-29T16:48:41.123" v="7971" actId="47"/>
        <pc:sldMkLst>
          <pc:docMk/>
          <pc:sldMk cId="898214132" sldId="399"/>
        </pc:sldMkLst>
      </pc:sldChg>
      <pc:sldChg chg="modSp add mod">
        <pc:chgData name="Jorge Tesch" userId="88587a9db95d6a10" providerId="LiveId" clId="{0204C6D2-D373-4485-B02D-A39DFD606517}" dt="2025-09-21T16:33:48.378" v="6007" actId="20577"/>
        <pc:sldMkLst>
          <pc:docMk/>
          <pc:sldMk cId="2308545832" sldId="399"/>
        </pc:sldMkLst>
      </pc:sldChg>
      <pc:sldChg chg="addSp modSp add del mod">
        <pc:chgData name="Jorge Tesch" userId="88587a9db95d6a10" providerId="LiveId" clId="{0204C6D2-D373-4485-B02D-A39DFD606517}" dt="2025-10-14T18:35:14.343" v="12503" actId="47"/>
        <pc:sldMkLst>
          <pc:docMk/>
          <pc:sldMk cId="4090793032" sldId="399"/>
        </pc:sldMkLst>
      </pc:sldChg>
      <pc:sldChg chg="addSp modSp add del mod ord">
        <pc:chgData name="Jorge Tesch" userId="88587a9db95d6a10" providerId="LiveId" clId="{0204C6D2-D373-4485-B02D-A39DFD606517}" dt="2025-10-14T18:35:14.188" v="12502" actId="47"/>
        <pc:sldMkLst>
          <pc:docMk/>
          <pc:sldMk cId="1410421759" sldId="400"/>
        </pc:sldMkLst>
      </pc:sldChg>
      <pc:sldChg chg="add del">
        <pc:chgData name="Jorge Tesch" userId="88587a9db95d6a10" providerId="LiveId" clId="{0204C6D2-D373-4485-B02D-A39DFD606517}" dt="2025-10-05T12:32:32.421" v="10499" actId="47"/>
        <pc:sldMkLst>
          <pc:docMk/>
          <pc:sldMk cId="1552530302" sldId="400"/>
        </pc:sldMkLst>
      </pc:sldChg>
      <pc:sldChg chg="modSp add mod">
        <pc:chgData name="Jorge Tesch" userId="88587a9db95d6a10" providerId="LiveId" clId="{0204C6D2-D373-4485-B02D-A39DFD606517}" dt="2025-09-23T16:56:03.803" v="6363" actId="20577"/>
        <pc:sldMkLst>
          <pc:docMk/>
          <pc:sldMk cId="4127722232" sldId="400"/>
        </pc:sldMkLst>
      </pc:sldChg>
      <pc:sldChg chg="addSp delSp modSp add del mod">
        <pc:chgData name="Jorge Tesch" userId="88587a9db95d6a10" providerId="LiveId" clId="{0204C6D2-D373-4485-B02D-A39DFD606517}" dt="2025-09-29T16:48:40.970" v="7970" actId="47"/>
        <pc:sldMkLst>
          <pc:docMk/>
          <pc:sldMk cId="4256919994" sldId="400"/>
        </pc:sldMkLst>
      </pc:sldChg>
      <pc:sldChg chg="addSp modSp add del mod">
        <pc:chgData name="Jorge Tesch" userId="88587a9db95d6a10" providerId="LiveId" clId="{0204C6D2-D373-4485-B02D-A39DFD606517}" dt="2025-10-14T18:35:13.718" v="12501" actId="47"/>
        <pc:sldMkLst>
          <pc:docMk/>
          <pc:sldMk cId="534542683" sldId="401"/>
        </pc:sldMkLst>
      </pc:sldChg>
      <pc:sldChg chg="addSp modSp add mod ord modClrScheme chgLayout">
        <pc:chgData name="Jorge Tesch" userId="88587a9db95d6a10" providerId="LiveId" clId="{0204C6D2-D373-4485-B02D-A39DFD606517}" dt="2025-09-21T16:48:45" v="6303" actId="1076"/>
        <pc:sldMkLst>
          <pc:docMk/>
          <pc:sldMk cId="2995739596" sldId="401"/>
        </pc:sldMkLst>
      </pc:sldChg>
      <pc:sldChg chg="add del">
        <pc:chgData name="Jorge Tesch" userId="88587a9db95d6a10" providerId="LiveId" clId="{0204C6D2-D373-4485-B02D-A39DFD606517}" dt="2025-09-21T16:29:25.395" v="5938"/>
        <pc:sldMkLst>
          <pc:docMk/>
          <pc:sldMk cId="3331174827" sldId="401"/>
        </pc:sldMkLst>
      </pc:sldChg>
      <pc:sldChg chg="modSp add del mod ord">
        <pc:chgData name="Jorge Tesch" userId="88587a9db95d6a10" providerId="LiveId" clId="{0204C6D2-D373-4485-B02D-A39DFD606517}" dt="2025-09-29T16:48:40.814" v="7969" actId="47"/>
        <pc:sldMkLst>
          <pc:docMk/>
          <pc:sldMk cId="3626326137" sldId="401"/>
        </pc:sldMkLst>
      </pc:sldChg>
      <pc:sldChg chg="addSp delSp modSp add del mod">
        <pc:chgData name="Jorge Tesch" userId="88587a9db95d6a10" providerId="LiveId" clId="{0204C6D2-D373-4485-B02D-A39DFD606517}" dt="2025-09-29T16:48:40.613" v="7968" actId="47"/>
        <pc:sldMkLst>
          <pc:docMk/>
          <pc:sldMk cId="1397200165" sldId="402"/>
        </pc:sldMkLst>
      </pc:sldChg>
      <pc:sldChg chg="addSp delSp modSp add del mod">
        <pc:chgData name="Jorge Tesch" userId="88587a9db95d6a10" providerId="LiveId" clId="{0204C6D2-D373-4485-B02D-A39DFD606517}" dt="2025-10-14T18:35:13.568" v="12500" actId="47"/>
        <pc:sldMkLst>
          <pc:docMk/>
          <pc:sldMk cId="3079392612" sldId="402"/>
        </pc:sldMkLst>
      </pc:sldChg>
      <pc:sldChg chg="addSp modSp add del mod">
        <pc:chgData name="Jorge Tesch" userId="88587a9db95d6a10" providerId="LiveId" clId="{0204C6D2-D373-4485-B02D-A39DFD606517}" dt="2025-10-14T18:35:13.403" v="12499" actId="47"/>
        <pc:sldMkLst>
          <pc:docMk/>
          <pc:sldMk cId="2831168651" sldId="403"/>
        </pc:sldMkLst>
      </pc:sldChg>
      <pc:sldChg chg="addSp modSp add del mod ord">
        <pc:chgData name="Jorge Tesch" userId="88587a9db95d6a10" providerId="LiveId" clId="{0204C6D2-D373-4485-B02D-A39DFD606517}" dt="2025-10-14T18:35:13.243" v="12498" actId="47"/>
        <pc:sldMkLst>
          <pc:docMk/>
          <pc:sldMk cId="2556457056" sldId="404"/>
        </pc:sldMkLst>
      </pc:sldChg>
      <pc:sldChg chg="addSp delSp modSp add del mod">
        <pc:chgData name="Jorge Tesch" userId="88587a9db95d6a10" providerId="LiveId" clId="{0204C6D2-D373-4485-B02D-A39DFD606517}" dt="2025-10-14T18:35:13.054" v="12497" actId="47"/>
        <pc:sldMkLst>
          <pc:docMk/>
          <pc:sldMk cId="1629067564" sldId="405"/>
        </pc:sldMkLst>
      </pc:sldChg>
      <pc:sldChg chg="add del">
        <pc:chgData name="Jorge Tesch" userId="88587a9db95d6a10" providerId="LiveId" clId="{0204C6D2-D373-4485-B02D-A39DFD606517}" dt="2025-10-07T13:28:32.006" v="11007" actId="47"/>
        <pc:sldMkLst>
          <pc:docMk/>
          <pc:sldMk cId="1270419368" sldId="406"/>
        </pc:sldMkLst>
      </pc:sldChg>
      <pc:sldChg chg="addSp delSp modSp add del mod ord">
        <pc:chgData name="Jorge Tesch" userId="88587a9db95d6a10" providerId="LiveId" clId="{0204C6D2-D373-4485-B02D-A39DFD606517}" dt="2025-10-14T18:35:12.874" v="12496" actId="47"/>
        <pc:sldMkLst>
          <pc:docMk/>
          <pc:sldMk cId="2853008470" sldId="406"/>
        </pc:sldMkLst>
      </pc:sldChg>
      <pc:sldChg chg="delSp modSp add del mod">
        <pc:chgData name="Jorge Tesch" userId="88587a9db95d6a10" providerId="LiveId" clId="{0204C6D2-D373-4485-B02D-A39DFD606517}" dt="2025-10-14T18:35:12.676" v="12495" actId="47"/>
        <pc:sldMkLst>
          <pc:docMk/>
          <pc:sldMk cId="1703646703" sldId="407"/>
        </pc:sldMkLst>
      </pc:sldChg>
      <pc:sldChg chg="addSp modSp add del mod">
        <pc:chgData name="Jorge Tesch" userId="88587a9db95d6a10" providerId="LiveId" clId="{0204C6D2-D373-4485-B02D-A39DFD606517}" dt="2025-10-14T18:35:12.358" v="12494" actId="47"/>
        <pc:sldMkLst>
          <pc:docMk/>
          <pc:sldMk cId="3504509108" sldId="408"/>
        </pc:sldMkLst>
      </pc:sldChg>
      <pc:sldChg chg="addSp delSp modSp add mod">
        <pc:chgData name="Jorge Tesch" userId="88587a9db95d6a10" providerId="LiveId" clId="{0204C6D2-D373-4485-B02D-A39DFD606517}" dt="2025-10-23T08:37:53.778" v="13854" actId="22"/>
        <pc:sldMkLst>
          <pc:docMk/>
          <pc:sldMk cId="2660508874" sldId="409"/>
        </pc:sldMkLst>
        <pc:spChg chg="mod">
          <ac:chgData name="Jorge Tesch" userId="88587a9db95d6a10" providerId="LiveId" clId="{0204C6D2-D373-4485-B02D-A39DFD606517}" dt="2025-10-23T08:37:37.408" v="13839"/>
          <ac:spMkLst>
            <pc:docMk/>
            <pc:sldMk cId="2660508874" sldId="409"/>
            <ac:spMk id="3" creationId="{8BDD33CA-AAF8-ADF7-6817-1479D8B7C82E}"/>
          </ac:spMkLst>
        </pc:spChg>
        <pc:spChg chg="mod">
          <ac:chgData name="Jorge Tesch" userId="88587a9db95d6a10" providerId="LiveId" clId="{0204C6D2-D373-4485-B02D-A39DFD606517}" dt="2025-10-23T08:34:38.149" v="13794"/>
          <ac:spMkLst>
            <pc:docMk/>
            <pc:sldMk cId="2660508874" sldId="409"/>
            <ac:spMk id="4" creationId="{82FE43B5-30F6-ED06-B83E-2EAC45737799}"/>
          </ac:spMkLst>
        </pc:spChg>
        <pc:spChg chg="add mod">
          <ac:chgData name="Jorge Tesch" userId="88587a9db95d6a10" providerId="LiveId" clId="{0204C6D2-D373-4485-B02D-A39DFD606517}" dt="2025-10-23T08:37:26.269" v="13838" actId="403"/>
          <ac:spMkLst>
            <pc:docMk/>
            <pc:sldMk cId="2660508874" sldId="409"/>
            <ac:spMk id="6" creationId="{5710DB1E-39AB-C81C-711A-1A41B1FC714A}"/>
          </ac:spMkLst>
        </pc:spChg>
        <pc:spChg chg="add del mod">
          <ac:chgData name="Jorge Tesch" userId="88587a9db95d6a10" providerId="LiveId" clId="{0204C6D2-D373-4485-B02D-A39DFD606517}" dt="2025-10-23T08:35:47.467" v="13817" actId="478"/>
          <ac:spMkLst>
            <pc:docMk/>
            <pc:sldMk cId="2660508874" sldId="409"/>
            <ac:spMk id="7" creationId="{4F026FF6-71B7-13C3-12EF-18C626741943}"/>
          </ac:spMkLst>
        </pc:spChg>
        <pc:spChg chg="add del">
          <ac:chgData name="Jorge Tesch" userId="88587a9db95d6a10" providerId="LiveId" clId="{0204C6D2-D373-4485-B02D-A39DFD606517}" dt="2025-10-23T08:37:53.778" v="13854" actId="22"/>
          <ac:spMkLst>
            <pc:docMk/>
            <pc:sldMk cId="2660508874" sldId="409"/>
            <ac:spMk id="9" creationId="{7C78D1E7-6526-9689-8A35-E1D5B4B4694C}"/>
          </ac:spMkLst>
        </pc:spChg>
        <pc:graphicFrameChg chg="add del mod ord modGraphic">
          <ac:chgData name="Jorge Tesch" userId="88587a9db95d6a10" providerId="LiveId" clId="{0204C6D2-D373-4485-B02D-A39DFD606517}" dt="2025-10-23T08:34:42.025" v="13796" actId="478"/>
          <ac:graphicFrameMkLst>
            <pc:docMk/>
            <pc:sldMk cId="2660508874" sldId="409"/>
            <ac:graphicFrameMk id="5" creationId="{5C9F0618-253E-B251-4C9F-735D2158FF5C}"/>
          </ac:graphicFrameMkLst>
        </pc:graphicFrameChg>
      </pc:sldChg>
      <pc:sldChg chg="addSp delSp modSp add del mod">
        <pc:chgData name="Jorge Tesch" userId="88587a9db95d6a10" providerId="LiveId" clId="{0204C6D2-D373-4485-B02D-A39DFD606517}" dt="2025-10-23T08:37:41.164" v="13841" actId="47"/>
        <pc:sldMkLst>
          <pc:docMk/>
          <pc:sldMk cId="3729188551" sldId="410"/>
        </pc:sldMkLst>
      </pc:sldChg>
      <pc:sldChg chg="addSp delSp modSp add del mod">
        <pc:chgData name="Jorge Tesch" userId="88587a9db95d6a10" providerId="LiveId" clId="{0204C6D2-D373-4485-B02D-A39DFD606517}" dt="2025-10-23T08:37:41.967" v="13842" actId="47"/>
        <pc:sldMkLst>
          <pc:docMk/>
          <pc:sldMk cId="3247227412" sldId="411"/>
        </pc:sldMkLst>
      </pc:sldChg>
      <pc:sldChg chg="addSp delSp modSp add del mod ord">
        <pc:chgData name="Jorge Tesch" userId="88587a9db95d6a10" providerId="LiveId" clId="{0204C6D2-D373-4485-B02D-A39DFD606517}" dt="2025-10-23T08:37:50.374" v="13851" actId="47"/>
        <pc:sldMkLst>
          <pc:docMk/>
          <pc:sldMk cId="2408093047" sldId="412"/>
        </pc:sldMkLst>
      </pc:sldChg>
      <pc:sldChg chg="addSp delSp modSp add del mod">
        <pc:chgData name="Jorge Tesch" userId="88587a9db95d6a10" providerId="LiveId" clId="{0204C6D2-D373-4485-B02D-A39DFD606517}" dt="2025-10-23T08:37:49.621" v="13850" actId="47"/>
        <pc:sldMkLst>
          <pc:docMk/>
          <pc:sldMk cId="868264085" sldId="413"/>
        </pc:sldMkLst>
      </pc:sldChg>
      <pc:sldChg chg="addSp delSp modSp add mod ord">
        <pc:chgData name="Jorge Tesch" userId="88587a9db95d6a10" providerId="LiveId" clId="{0204C6D2-D373-4485-B02D-A39DFD606517}" dt="2025-10-23T10:02:45.781" v="14219" actId="20577"/>
        <pc:sldMkLst>
          <pc:docMk/>
          <pc:sldMk cId="2172791650" sldId="414"/>
        </pc:sldMkLst>
        <pc:spChg chg="mod">
          <ac:chgData name="Jorge Tesch" userId="88587a9db95d6a10" providerId="LiveId" clId="{0204C6D2-D373-4485-B02D-A39DFD606517}" dt="2025-10-23T10:02:45.781" v="14219" actId="20577"/>
          <ac:spMkLst>
            <pc:docMk/>
            <pc:sldMk cId="2172791650" sldId="414"/>
            <ac:spMk id="2" creationId="{DA8EE096-7F2A-119F-2DD9-DA23C6439330}"/>
          </ac:spMkLst>
        </pc:spChg>
        <pc:spChg chg="mod">
          <ac:chgData name="Jorge Tesch" userId="88587a9db95d6a10" providerId="LiveId" clId="{0204C6D2-D373-4485-B02D-A39DFD606517}" dt="2025-10-23T09:46:58.450" v="14216"/>
          <ac:spMkLst>
            <pc:docMk/>
            <pc:sldMk cId="2172791650" sldId="414"/>
            <ac:spMk id="3" creationId="{68A79832-48BE-278D-A73C-632695D48F4A}"/>
          </ac:spMkLst>
        </pc:spChg>
        <pc:spChg chg="mod">
          <ac:chgData name="Jorge Tesch" userId="88587a9db95d6a10" providerId="LiveId" clId="{0204C6D2-D373-4485-B02D-A39DFD606517}" dt="2025-10-23T09:39:31.600" v="14114"/>
          <ac:spMkLst>
            <pc:docMk/>
            <pc:sldMk cId="2172791650" sldId="414"/>
            <ac:spMk id="4" creationId="{082D7380-538B-3906-0266-9CA899EDC42A}"/>
          </ac:spMkLst>
        </pc:spChg>
        <pc:spChg chg="add del mod">
          <ac:chgData name="Jorge Tesch" userId="88587a9db95d6a10" providerId="LiveId" clId="{0204C6D2-D373-4485-B02D-A39DFD606517}" dt="2025-10-23T09:43:25.736" v="14179" actId="1076"/>
          <ac:spMkLst>
            <pc:docMk/>
            <pc:sldMk cId="2172791650" sldId="414"/>
            <ac:spMk id="7" creationId="{A23C53E3-5D69-C954-A0D0-8704718F3411}"/>
          </ac:spMkLst>
        </pc:spChg>
      </pc:sldChg>
      <pc:sldChg chg="addSp modSp add mod ord">
        <pc:chgData name="Jorge Tesch" userId="88587a9db95d6a10" providerId="LiveId" clId="{0204C6D2-D373-4485-B02D-A39DFD606517}" dt="2025-10-23T09:21:05.071" v="14113" actId="14734"/>
        <pc:sldMkLst>
          <pc:docMk/>
          <pc:sldMk cId="2969170958" sldId="415"/>
        </pc:sldMkLst>
        <pc:spChg chg="mod">
          <ac:chgData name="Jorge Tesch" userId="88587a9db95d6a10" providerId="LiveId" clId="{0204C6D2-D373-4485-B02D-A39DFD606517}" dt="2025-10-23T09:15:16.027" v="14010"/>
          <ac:spMkLst>
            <pc:docMk/>
            <pc:sldMk cId="2969170958" sldId="415"/>
            <ac:spMk id="4" creationId="{75CD3556-BE13-3F73-1FE6-429A48073850}"/>
          </ac:spMkLst>
        </pc:spChg>
        <pc:spChg chg="mod">
          <ac:chgData name="Jorge Tesch" userId="88587a9db95d6a10" providerId="LiveId" clId="{0204C6D2-D373-4485-B02D-A39DFD606517}" dt="2025-10-23T09:20:59.529" v="14111" actId="403"/>
          <ac:spMkLst>
            <pc:docMk/>
            <pc:sldMk cId="2969170958" sldId="415"/>
            <ac:spMk id="6" creationId="{093E47C3-3D6D-1D63-399E-0474F624C4E9}"/>
          </ac:spMkLst>
        </pc:spChg>
        <pc:graphicFrameChg chg="add mod modGraphic">
          <ac:chgData name="Jorge Tesch" userId="88587a9db95d6a10" providerId="LiveId" clId="{0204C6D2-D373-4485-B02D-A39DFD606517}" dt="2025-10-23T09:21:05.071" v="14113" actId="14734"/>
          <ac:graphicFrameMkLst>
            <pc:docMk/>
            <pc:sldMk cId="2969170958" sldId="415"/>
            <ac:graphicFrameMk id="2" creationId="{2C6944CC-B826-6FC3-3CE2-27E97C178CE9}"/>
          </ac:graphicFrameMkLst>
        </pc:graphicFrameChg>
      </pc:sldChg>
      <pc:sldChg chg="addSp modSp add del mod">
        <pc:chgData name="Jorge Tesch" userId="88587a9db95d6a10" providerId="LiveId" clId="{0204C6D2-D373-4485-B02D-A39DFD606517}" dt="2025-10-23T08:37:48.744" v="13849" actId="47"/>
        <pc:sldMkLst>
          <pc:docMk/>
          <pc:sldMk cId="3709538963" sldId="415"/>
        </pc:sldMkLst>
      </pc:sldChg>
      <pc:sldChg chg="addSp delSp modSp add del mod">
        <pc:chgData name="Jorge Tesch" userId="88587a9db95d6a10" providerId="LiveId" clId="{0204C6D2-D373-4485-B02D-A39DFD606517}" dt="2025-10-23T08:37:44.801" v="13843" actId="47"/>
        <pc:sldMkLst>
          <pc:docMk/>
          <pc:sldMk cId="1362836363" sldId="416"/>
        </pc:sldMkLst>
      </pc:sldChg>
      <pc:sldChg chg="addSp modSp add mod">
        <pc:chgData name="Jorge Tesch" userId="88587a9db95d6a10" providerId="LiveId" clId="{0204C6D2-D373-4485-B02D-A39DFD606517}" dt="2025-10-23T09:14:38.760" v="14007" actId="14100"/>
        <pc:sldMkLst>
          <pc:docMk/>
          <pc:sldMk cId="4069017147" sldId="416"/>
        </pc:sldMkLst>
        <pc:spChg chg="mod">
          <ac:chgData name="Jorge Tesch" userId="88587a9db95d6a10" providerId="LiveId" clId="{0204C6D2-D373-4485-B02D-A39DFD606517}" dt="2025-10-23T09:03:57.887" v="13857"/>
          <ac:spMkLst>
            <pc:docMk/>
            <pc:sldMk cId="4069017147" sldId="416"/>
            <ac:spMk id="4" creationId="{8F8608FC-3AB5-2648-95B9-ECC825D7BBAD}"/>
          </ac:spMkLst>
        </pc:spChg>
        <pc:spChg chg="mod">
          <ac:chgData name="Jorge Tesch" userId="88587a9db95d6a10" providerId="LiveId" clId="{0204C6D2-D373-4485-B02D-A39DFD606517}" dt="2025-10-23T09:14:38.760" v="14007" actId="14100"/>
          <ac:spMkLst>
            <pc:docMk/>
            <pc:sldMk cId="4069017147" sldId="416"/>
            <ac:spMk id="6" creationId="{CFD3EBCD-E2B8-79BB-D711-AE2DA5B11404}"/>
          </ac:spMkLst>
        </pc:spChg>
        <pc:spChg chg="add mod">
          <ac:chgData name="Jorge Tesch" userId="88587a9db95d6a10" providerId="LiveId" clId="{0204C6D2-D373-4485-B02D-A39DFD606517}" dt="2025-10-23T09:10:39.918" v="13972" actId="14100"/>
          <ac:spMkLst>
            <pc:docMk/>
            <pc:sldMk cId="4069017147" sldId="416"/>
            <ac:spMk id="7" creationId="{3079BFDD-57DB-6AE6-F867-BD664DCD5FFC}"/>
          </ac:spMkLst>
        </pc:spChg>
        <pc:spChg chg="add mod">
          <ac:chgData name="Jorge Tesch" userId="88587a9db95d6a10" providerId="LiveId" clId="{0204C6D2-D373-4485-B02D-A39DFD606517}" dt="2025-10-23T09:12:46.670" v="13998" actId="114"/>
          <ac:spMkLst>
            <pc:docMk/>
            <pc:sldMk cId="4069017147" sldId="416"/>
            <ac:spMk id="8" creationId="{6A64627D-5A3F-1709-B6B5-6CCE0714D999}"/>
          </ac:spMkLst>
        </pc:spChg>
        <pc:picChg chg="add mod modCrop">
          <ac:chgData name="Jorge Tesch" userId="88587a9db95d6a10" providerId="LiveId" clId="{0204C6D2-D373-4485-B02D-A39DFD606517}" dt="2025-10-23T09:14:32.503" v="14005" actId="1076"/>
          <ac:picMkLst>
            <pc:docMk/>
            <pc:sldMk cId="4069017147" sldId="416"/>
            <ac:picMk id="5" creationId="{79C64160-76A3-ACBB-B71A-6B26E20B1F8D}"/>
          </ac:picMkLst>
        </pc:picChg>
      </pc:sldChg>
      <pc:sldChg chg="addSp delSp modSp add del mod ord">
        <pc:chgData name="Jorge Tesch" userId="88587a9db95d6a10" providerId="LiveId" clId="{0204C6D2-D373-4485-B02D-A39DFD606517}" dt="2025-10-19T11:27:18.385" v="13438" actId="47"/>
        <pc:sldMkLst>
          <pc:docMk/>
          <pc:sldMk cId="2039578586" sldId="417"/>
        </pc:sldMkLst>
      </pc:sldChg>
      <pc:sldChg chg="modSp add mod">
        <pc:chgData name="Jorge Tesch" userId="88587a9db95d6a10" providerId="LiveId" clId="{0204C6D2-D373-4485-B02D-A39DFD606517}" dt="2025-10-23T09:47:00.861" v="14217"/>
        <pc:sldMkLst>
          <pc:docMk/>
          <pc:sldMk cId="3094952510" sldId="417"/>
        </pc:sldMkLst>
        <pc:spChg chg="mod">
          <ac:chgData name="Jorge Tesch" userId="88587a9db95d6a10" providerId="LiveId" clId="{0204C6D2-D373-4485-B02D-A39DFD606517}" dt="2025-10-23T09:46:36.196" v="14214" actId="404"/>
          <ac:spMkLst>
            <pc:docMk/>
            <pc:sldMk cId="3094952510" sldId="417"/>
            <ac:spMk id="2" creationId="{7366718D-4E61-3953-24A0-14738BF903B3}"/>
          </ac:spMkLst>
        </pc:spChg>
        <pc:spChg chg="mod">
          <ac:chgData name="Jorge Tesch" userId="88587a9db95d6a10" providerId="LiveId" clId="{0204C6D2-D373-4485-B02D-A39DFD606517}" dt="2025-10-23T09:47:00.861" v="14217"/>
          <ac:spMkLst>
            <pc:docMk/>
            <pc:sldMk cId="3094952510" sldId="417"/>
            <ac:spMk id="3" creationId="{AEB6A24D-05B4-9484-8875-25356A92B30F}"/>
          </ac:spMkLst>
        </pc:spChg>
        <pc:spChg chg="mod">
          <ac:chgData name="Jorge Tesch" userId="88587a9db95d6a10" providerId="LiveId" clId="{0204C6D2-D373-4485-B02D-A39DFD606517}" dt="2025-10-23T09:44:01.874" v="14181"/>
          <ac:spMkLst>
            <pc:docMk/>
            <pc:sldMk cId="3094952510" sldId="417"/>
            <ac:spMk id="4" creationId="{C4768627-285C-E331-80B0-C91173FC1ED3}"/>
          </ac:spMkLst>
        </pc:spChg>
        <pc:spChg chg="mod">
          <ac:chgData name="Jorge Tesch" userId="88587a9db95d6a10" providerId="LiveId" clId="{0204C6D2-D373-4485-B02D-A39DFD606517}" dt="2025-10-23T09:46:43.694" v="14215" actId="1076"/>
          <ac:spMkLst>
            <pc:docMk/>
            <pc:sldMk cId="3094952510" sldId="417"/>
            <ac:spMk id="7" creationId="{ECEFE6AD-3ED5-3400-E0C9-F9E44D1E334F}"/>
          </ac:spMkLst>
        </pc:spChg>
      </pc:sldChg>
      <pc:sldChg chg="addSp modSp add mod">
        <pc:chgData name="Jorge Tesch" userId="88587a9db95d6a10" providerId="LiveId" clId="{0204C6D2-D373-4485-B02D-A39DFD606517}" dt="2025-10-23T10:15:06.226" v="14310" actId="1076"/>
        <pc:sldMkLst>
          <pc:docMk/>
          <pc:sldMk cId="538229519" sldId="418"/>
        </pc:sldMkLst>
        <pc:spChg chg="mod">
          <ac:chgData name="Jorge Tesch" userId="88587a9db95d6a10" providerId="LiveId" clId="{0204C6D2-D373-4485-B02D-A39DFD606517}" dt="2025-10-23T10:14:59.550" v="14309" actId="403"/>
          <ac:spMkLst>
            <pc:docMk/>
            <pc:sldMk cId="538229519" sldId="418"/>
            <ac:spMk id="2" creationId="{C7E6622D-9F2C-757F-836E-FE44D7606E44}"/>
          </ac:spMkLst>
        </pc:spChg>
        <pc:spChg chg="mod">
          <ac:chgData name="Jorge Tesch" userId="88587a9db95d6a10" providerId="LiveId" clId="{0204C6D2-D373-4485-B02D-A39DFD606517}" dt="2025-10-23T10:07:55.590" v="14228" actId="20577"/>
          <ac:spMkLst>
            <pc:docMk/>
            <pc:sldMk cId="538229519" sldId="418"/>
            <ac:spMk id="4" creationId="{7070D86E-1A11-1092-711F-9C430D657B47}"/>
          </ac:spMkLst>
        </pc:spChg>
        <pc:spChg chg="add">
          <ac:chgData name="Jorge Tesch" userId="88587a9db95d6a10" providerId="LiveId" clId="{0204C6D2-D373-4485-B02D-A39DFD606517}" dt="2025-10-23T10:09:41.101" v="14247"/>
          <ac:spMkLst>
            <pc:docMk/>
            <pc:sldMk cId="538229519" sldId="418"/>
            <ac:spMk id="5" creationId="{45840C91-CC7F-2AF8-5242-C27E63B43C21}"/>
          </ac:spMkLst>
        </pc:spChg>
        <pc:spChg chg="mod">
          <ac:chgData name="Jorge Tesch" userId="88587a9db95d6a10" providerId="LiveId" clId="{0204C6D2-D373-4485-B02D-A39DFD606517}" dt="2025-10-23T10:15:06.226" v="14310" actId="1076"/>
          <ac:spMkLst>
            <pc:docMk/>
            <pc:sldMk cId="538229519" sldId="418"/>
            <ac:spMk id="7" creationId="{527CA026-A073-160E-9A2E-3957C16F19E4}"/>
          </ac:spMkLst>
        </pc:spChg>
      </pc:sldChg>
      <pc:sldChg chg="addSp delSp modSp add del mod">
        <pc:chgData name="Jorge Tesch" userId="88587a9db95d6a10" providerId="LiveId" clId="{0204C6D2-D373-4485-B02D-A39DFD606517}" dt="2025-10-23T08:37:47.513" v="13847" actId="47"/>
        <pc:sldMkLst>
          <pc:docMk/>
          <pc:sldMk cId="1852393060" sldId="418"/>
        </pc:sldMkLst>
      </pc:sldChg>
      <pc:sldChg chg="addSp delSp modSp add del mod">
        <pc:chgData name="Jorge Tesch" userId="88587a9db95d6a10" providerId="LiveId" clId="{0204C6D2-D373-4485-B02D-A39DFD606517}" dt="2025-10-23T08:37:46.520" v="13846" actId="47"/>
        <pc:sldMkLst>
          <pc:docMk/>
          <pc:sldMk cId="1518092313" sldId="419"/>
        </pc:sldMkLst>
      </pc:sldChg>
      <pc:sldChg chg="addSp modSp add mod ord">
        <pc:chgData name="Jorge Tesch" userId="88587a9db95d6a10" providerId="LiveId" clId="{0204C6D2-D373-4485-B02D-A39DFD606517}" dt="2025-10-23T10:21:54.334" v="14428" actId="1076"/>
        <pc:sldMkLst>
          <pc:docMk/>
          <pc:sldMk cId="3740638601" sldId="419"/>
        </pc:sldMkLst>
        <pc:spChg chg="mod">
          <ac:chgData name="Jorge Tesch" userId="88587a9db95d6a10" providerId="LiveId" clId="{0204C6D2-D373-4485-B02D-A39DFD606517}" dt="2025-10-23T10:20:29.639" v="14405" actId="14100"/>
          <ac:spMkLst>
            <pc:docMk/>
            <pc:sldMk cId="3740638601" sldId="419"/>
            <ac:spMk id="2" creationId="{C8FF7E4B-D6E4-2B6E-A559-22C6E2DF8ABD}"/>
          </ac:spMkLst>
        </pc:spChg>
        <pc:spChg chg="mod">
          <ac:chgData name="Jorge Tesch" userId="88587a9db95d6a10" providerId="LiveId" clId="{0204C6D2-D373-4485-B02D-A39DFD606517}" dt="2025-10-23T10:15:48.886" v="14316"/>
          <ac:spMkLst>
            <pc:docMk/>
            <pc:sldMk cId="3740638601" sldId="419"/>
            <ac:spMk id="4" creationId="{420092A9-8546-D70A-B78D-3651CE780FD0}"/>
          </ac:spMkLst>
        </pc:spChg>
        <pc:spChg chg="add mod">
          <ac:chgData name="Jorge Tesch" userId="88587a9db95d6a10" providerId="LiveId" clId="{0204C6D2-D373-4485-B02D-A39DFD606517}" dt="2025-10-23T10:21:54.334" v="14428" actId="1076"/>
          <ac:spMkLst>
            <pc:docMk/>
            <pc:sldMk cId="3740638601" sldId="419"/>
            <ac:spMk id="5" creationId="{2D1FAE6D-40F3-EF15-743D-9DB9BF00806F}"/>
          </ac:spMkLst>
        </pc:spChg>
        <pc:spChg chg="mod">
          <ac:chgData name="Jorge Tesch" userId="88587a9db95d6a10" providerId="LiveId" clId="{0204C6D2-D373-4485-B02D-A39DFD606517}" dt="2025-10-23T10:21:20.420" v="14424" actId="1076"/>
          <ac:spMkLst>
            <pc:docMk/>
            <pc:sldMk cId="3740638601" sldId="419"/>
            <ac:spMk id="7" creationId="{8F1D3C20-8F42-552B-696D-25BABE5F9F7A}"/>
          </ac:spMkLst>
        </pc:spChg>
      </pc:sldChg>
      <pc:sldChg chg="delSp modSp add del mod">
        <pc:chgData name="Jorge Tesch" userId="88587a9db95d6a10" providerId="LiveId" clId="{0204C6D2-D373-4485-B02D-A39DFD606517}" dt="2025-10-23T08:37:48.159" v="13848" actId="47"/>
        <pc:sldMkLst>
          <pc:docMk/>
          <pc:sldMk cId="2542701865" sldId="420"/>
        </pc:sldMkLst>
      </pc:sldChg>
      <pc:sldChg chg="addSp delSp modSp add mod ord">
        <pc:chgData name="Jorge Tesch" userId="88587a9db95d6a10" providerId="LiveId" clId="{0204C6D2-D373-4485-B02D-A39DFD606517}" dt="2025-10-23T14:54:39.875" v="14558" actId="22"/>
        <pc:sldMkLst>
          <pc:docMk/>
          <pc:sldMk cId="2758490765" sldId="420"/>
        </pc:sldMkLst>
        <pc:spChg chg="mod">
          <ac:chgData name="Jorge Tesch" userId="88587a9db95d6a10" providerId="LiveId" clId="{0204C6D2-D373-4485-B02D-A39DFD606517}" dt="2025-10-23T14:53:52.435" v="14554" actId="20577"/>
          <ac:spMkLst>
            <pc:docMk/>
            <pc:sldMk cId="2758490765" sldId="420"/>
            <ac:spMk id="2" creationId="{C92D8FBC-0209-551E-F65C-88CB4C0BA87D}"/>
          </ac:spMkLst>
        </pc:spChg>
        <pc:spChg chg="mod">
          <ac:chgData name="Jorge Tesch" userId="88587a9db95d6a10" providerId="LiveId" clId="{0204C6D2-D373-4485-B02D-A39DFD606517}" dt="2025-10-23T14:36:01.734" v="14432"/>
          <ac:spMkLst>
            <pc:docMk/>
            <pc:sldMk cId="2758490765" sldId="420"/>
            <ac:spMk id="4" creationId="{73353D74-ABF9-DD05-A6A4-B379E4A41BF8}"/>
          </ac:spMkLst>
        </pc:spChg>
        <pc:spChg chg="add del">
          <ac:chgData name="Jorge Tesch" userId="88587a9db95d6a10" providerId="LiveId" clId="{0204C6D2-D373-4485-B02D-A39DFD606517}" dt="2025-10-23T14:54:39.875" v="14558" actId="22"/>
          <ac:spMkLst>
            <pc:docMk/>
            <pc:sldMk cId="2758490765" sldId="420"/>
            <ac:spMk id="6" creationId="{5160E996-3A05-111B-FF3E-150208FAE017}"/>
          </ac:spMkLst>
        </pc:spChg>
        <pc:spChg chg="mod">
          <ac:chgData name="Jorge Tesch" userId="88587a9db95d6a10" providerId="LiveId" clId="{0204C6D2-D373-4485-B02D-A39DFD606517}" dt="2025-10-23T14:54:00.094" v="14556" actId="1076"/>
          <ac:spMkLst>
            <pc:docMk/>
            <pc:sldMk cId="2758490765" sldId="420"/>
            <ac:spMk id="7" creationId="{D0B28AF1-5802-FA93-D33D-D03EC383E4FA}"/>
          </ac:spMkLst>
        </pc:spChg>
      </pc:sldChg>
      <pc:sldChg chg="add del">
        <pc:chgData name="Jorge Tesch" userId="88587a9db95d6a10" providerId="LiveId" clId="{0204C6D2-D373-4485-B02D-A39DFD606517}" dt="2025-10-23T10:15:42.381" v="14315" actId="47"/>
        <pc:sldMkLst>
          <pc:docMk/>
          <pc:sldMk cId="4137581322" sldId="420"/>
        </pc:sldMkLst>
      </pc:sldChg>
      <pc:sldChg chg="modSp add del mod">
        <pc:chgData name="Jorge Tesch" userId="88587a9db95d6a10" providerId="LiveId" clId="{0204C6D2-D373-4485-B02D-A39DFD606517}" dt="2025-10-23T08:37:45.777" v="13845" actId="47"/>
        <pc:sldMkLst>
          <pc:docMk/>
          <pc:sldMk cId="143664574" sldId="421"/>
        </pc:sldMkLst>
      </pc:sldChg>
      <pc:sldChg chg="modSp add mod">
        <pc:chgData name="Jorge Tesch" userId="88587a9db95d6a10" providerId="LiveId" clId="{0204C6D2-D373-4485-B02D-A39DFD606517}" dt="2025-10-23T14:59:06.451" v="14620" actId="1076"/>
        <pc:sldMkLst>
          <pc:docMk/>
          <pc:sldMk cId="2218174783" sldId="421"/>
        </pc:sldMkLst>
        <pc:spChg chg="mod">
          <ac:chgData name="Jorge Tesch" userId="88587a9db95d6a10" providerId="LiveId" clId="{0204C6D2-D373-4485-B02D-A39DFD606517}" dt="2025-10-23T14:58:54.135" v="14617" actId="2710"/>
          <ac:spMkLst>
            <pc:docMk/>
            <pc:sldMk cId="2218174783" sldId="421"/>
            <ac:spMk id="2" creationId="{FE3D978D-1CE3-6295-557A-ED8AA361FA0C}"/>
          </ac:spMkLst>
        </pc:spChg>
        <pc:spChg chg="mod">
          <ac:chgData name="Jorge Tesch" userId="88587a9db95d6a10" providerId="LiveId" clId="{0204C6D2-D373-4485-B02D-A39DFD606517}" dt="2025-10-23T14:54:53.373" v="14562" actId="255"/>
          <ac:spMkLst>
            <pc:docMk/>
            <pc:sldMk cId="2218174783" sldId="421"/>
            <ac:spMk id="4" creationId="{4339B10F-863E-9320-6179-B8C2515EAF0E}"/>
          </ac:spMkLst>
        </pc:spChg>
        <pc:spChg chg="mod">
          <ac:chgData name="Jorge Tesch" userId="88587a9db95d6a10" providerId="LiveId" clId="{0204C6D2-D373-4485-B02D-A39DFD606517}" dt="2025-10-23T14:59:06.451" v="14620" actId="1076"/>
          <ac:spMkLst>
            <pc:docMk/>
            <pc:sldMk cId="2218174783" sldId="421"/>
            <ac:spMk id="7" creationId="{7439526A-CBD6-461B-9E42-E0562840FDDC}"/>
          </ac:spMkLst>
        </pc:spChg>
      </pc:sldChg>
      <pc:sldChg chg="addSp delSp modSp add del mod">
        <pc:chgData name="Jorge Tesch" userId="88587a9db95d6a10" providerId="LiveId" clId="{0204C6D2-D373-4485-B02D-A39DFD606517}" dt="2025-10-23T08:37:45.439" v="13844" actId="47"/>
        <pc:sldMkLst>
          <pc:docMk/>
          <pc:sldMk cId="2602316910" sldId="422"/>
        </pc:sldMkLst>
      </pc:sldChg>
      <pc:sldChg chg="addSp modSp add mod">
        <pc:chgData name="Jorge Tesch" userId="88587a9db95d6a10" providerId="LiveId" clId="{0204C6D2-D373-4485-B02D-A39DFD606517}" dt="2025-10-23T16:00:48.484" v="14705" actId="1076"/>
        <pc:sldMkLst>
          <pc:docMk/>
          <pc:sldMk cId="3168577689" sldId="422"/>
        </pc:sldMkLst>
        <pc:spChg chg="mod">
          <ac:chgData name="Jorge Tesch" userId="88587a9db95d6a10" providerId="LiveId" clId="{0204C6D2-D373-4485-B02D-A39DFD606517}" dt="2025-10-23T15:57:01.062" v="14670" actId="20577"/>
          <ac:spMkLst>
            <pc:docMk/>
            <pc:sldMk cId="3168577689" sldId="422"/>
            <ac:spMk id="2" creationId="{AE63E368-1226-E7C8-2F95-573B72AFA94A}"/>
          </ac:spMkLst>
        </pc:spChg>
        <pc:spChg chg="mod">
          <ac:chgData name="Jorge Tesch" userId="88587a9db95d6a10" providerId="LiveId" clId="{0204C6D2-D373-4485-B02D-A39DFD606517}" dt="2025-10-23T15:53:05.611" v="14623" actId="403"/>
          <ac:spMkLst>
            <pc:docMk/>
            <pc:sldMk cId="3168577689" sldId="422"/>
            <ac:spMk id="4" creationId="{866A348A-F665-DEE1-EAF5-452936DCFF75}"/>
          </ac:spMkLst>
        </pc:spChg>
        <pc:spChg chg="add mod">
          <ac:chgData name="Jorge Tesch" userId="88587a9db95d6a10" providerId="LiveId" clId="{0204C6D2-D373-4485-B02D-A39DFD606517}" dt="2025-10-23T16:00:48.484" v="14705" actId="1076"/>
          <ac:spMkLst>
            <pc:docMk/>
            <pc:sldMk cId="3168577689" sldId="422"/>
            <ac:spMk id="5" creationId="{97EB53F9-9F2F-AE9E-4F0E-49E23789B5D5}"/>
          </ac:spMkLst>
        </pc:spChg>
        <pc:spChg chg="mod">
          <ac:chgData name="Jorge Tesch" userId="88587a9db95d6a10" providerId="LiveId" clId="{0204C6D2-D373-4485-B02D-A39DFD606517}" dt="2025-10-23T16:00:45.908" v="14704" actId="1076"/>
          <ac:spMkLst>
            <pc:docMk/>
            <pc:sldMk cId="3168577689" sldId="422"/>
            <ac:spMk id="7" creationId="{C6C8C8B6-B6F0-AF83-32D8-5B2F282B8C54}"/>
          </ac:spMkLst>
        </pc:spChg>
      </pc:sldChg>
      <pc:sldChg chg="addSp delSp modSp add mod">
        <pc:chgData name="Jorge Tesch" userId="88587a9db95d6a10" providerId="LiveId" clId="{0204C6D2-D373-4485-B02D-A39DFD606517}" dt="2025-10-23T16:07:35.692" v="14786" actId="113"/>
        <pc:sldMkLst>
          <pc:docMk/>
          <pc:sldMk cId="2633494208" sldId="423"/>
        </pc:sldMkLst>
        <pc:spChg chg="mod">
          <ac:chgData name="Jorge Tesch" userId="88587a9db95d6a10" providerId="LiveId" clId="{0204C6D2-D373-4485-B02D-A39DFD606517}" dt="2025-10-23T16:03:48.419" v="14750" actId="14100"/>
          <ac:spMkLst>
            <pc:docMk/>
            <pc:sldMk cId="2633494208" sldId="423"/>
            <ac:spMk id="2" creationId="{A5255535-51D8-C51B-DE41-6518F8CAD306}"/>
          </ac:spMkLst>
        </pc:spChg>
        <pc:spChg chg="mod">
          <ac:chgData name="Jorge Tesch" userId="88587a9db95d6a10" providerId="LiveId" clId="{0204C6D2-D373-4485-B02D-A39DFD606517}" dt="2025-10-23T15:58:47.752" v="14676"/>
          <ac:spMkLst>
            <pc:docMk/>
            <pc:sldMk cId="2633494208" sldId="423"/>
            <ac:spMk id="4" creationId="{F0C41BC6-22D7-A74C-A031-9E2EFD413B76}"/>
          </ac:spMkLst>
        </pc:spChg>
        <pc:spChg chg="del">
          <ac:chgData name="Jorge Tesch" userId="88587a9db95d6a10" providerId="LiveId" clId="{0204C6D2-D373-4485-B02D-A39DFD606517}" dt="2025-10-23T16:01:30.305" v="14709" actId="478"/>
          <ac:spMkLst>
            <pc:docMk/>
            <pc:sldMk cId="2633494208" sldId="423"/>
            <ac:spMk id="5" creationId="{559789F0-305D-104F-DE1A-11AD2F1F6207}"/>
          </ac:spMkLst>
        </pc:spChg>
        <pc:spChg chg="mod">
          <ac:chgData name="Jorge Tesch" userId="88587a9db95d6a10" providerId="LiveId" clId="{0204C6D2-D373-4485-B02D-A39DFD606517}" dt="2025-10-23T16:06:23.916" v="14780" actId="1076"/>
          <ac:spMkLst>
            <pc:docMk/>
            <pc:sldMk cId="2633494208" sldId="423"/>
            <ac:spMk id="7" creationId="{92A889A1-FB96-38D3-CC2B-F4E84CC79093}"/>
          </ac:spMkLst>
        </pc:spChg>
        <pc:spChg chg="add mod">
          <ac:chgData name="Jorge Tesch" userId="88587a9db95d6a10" providerId="LiveId" clId="{0204C6D2-D373-4485-B02D-A39DFD606517}" dt="2025-10-23T16:07:35.692" v="14786" actId="113"/>
          <ac:spMkLst>
            <pc:docMk/>
            <pc:sldMk cId="2633494208" sldId="423"/>
            <ac:spMk id="8" creationId="{4A84F815-EBEE-8276-4BF3-59230DAB4EF0}"/>
          </ac:spMkLst>
        </pc:spChg>
        <pc:graphicFrameChg chg="add mod modGraphic">
          <ac:chgData name="Jorge Tesch" userId="88587a9db95d6a10" providerId="LiveId" clId="{0204C6D2-D373-4485-B02D-A39DFD606517}" dt="2025-10-23T16:06:37.133" v="14782" actId="1076"/>
          <ac:graphicFrameMkLst>
            <pc:docMk/>
            <pc:sldMk cId="2633494208" sldId="423"/>
            <ac:graphicFrameMk id="6" creationId="{8BBE049D-3C6B-16BF-3B4D-27DB61D8E124}"/>
          </ac:graphicFrameMkLst>
        </pc:graphicFrameChg>
      </pc:sldChg>
      <pc:sldChg chg="modSp new del">
        <pc:chgData name="Jorge Tesch" userId="88587a9db95d6a10" providerId="LiveId" clId="{0204C6D2-D373-4485-B02D-A39DFD606517}" dt="2025-10-23T16:33:05.255" v="14790" actId="47"/>
        <pc:sldMkLst>
          <pc:docMk/>
          <pc:sldMk cId="1512844551" sldId="424"/>
        </pc:sldMkLst>
        <pc:spChg chg="mod">
          <ac:chgData name="Jorge Tesch" userId="88587a9db95d6a10" providerId="LiveId" clId="{0204C6D2-D373-4485-B02D-A39DFD606517}" dt="2025-10-23T16:32:30.586" v="14788"/>
          <ac:spMkLst>
            <pc:docMk/>
            <pc:sldMk cId="1512844551" sldId="424"/>
            <ac:spMk id="4" creationId="{B3679817-5ADD-14D7-D0BE-FEC181432754}"/>
          </ac:spMkLst>
        </pc:spChg>
      </pc:sldChg>
      <pc:sldChg chg="delSp modSp add mod">
        <pc:chgData name="Jorge Tesch" userId="88587a9db95d6a10" providerId="LiveId" clId="{0204C6D2-D373-4485-B02D-A39DFD606517}" dt="2025-10-23T16:37:10.848" v="14897" actId="1076"/>
        <pc:sldMkLst>
          <pc:docMk/>
          <pc:sldMk cId="1244839498" sldId="425"/>
        </pc:sldMkLst>
        <pc:spChg chg="mod">
          <ac:chgData name="Jorge Tesch" userId="88587a9db95d6a10" providerId="LiveId" clId="{0204C6D2-D373-4485-B02D-A39DFD606517}" dt="2025-10-23T16:37:05.948" v="14896" actId="14100"/>
          <ac:spMkLst>
            <pc:docMk/>
            <pc:sldMk cId="1244839498" sldId="425"/>
            <ac:spMk id="2" creationId="{9CB1C075-CE77-3562-FC27-1AF55FDF1E83}"/>
          </ac:spMkLst>
        </pc:spChg>
        <pc:spChg chg="mod">
          <ac:chgData name="Jorge Tesch" userId="88587a9db95d6a10" providerId="LiveId" clId="{0204C6D2-D373-4485-B02D-A39DFD606517}" dt="2025-10-23T16:33:11.961" v="14791"/>
          <ac:spMkLst>
            <pc:docMk/>
            <pc:sldMk cId="1244839498" sldId="425"/>
            <ac:spMk id="4" creationId="{9F0DBB1B-CB3C-5968-30AB-6314F7A99071}"/>
          </ac:spMkLst>
        </pc:spChg>
        <pc:spChg chg="mod">
          <ac:chgData name="Jorge Tesch" userId="88587a9db95d6a10" providerId="LiveId" clId="{0204C6D2-D373-4485-B02D-A39DFD606517}" dt="2025-10-23T16:37:10.848" v="14897" actId="1076"/>
          <ac:spMkLst>
            <pc:docMk/>
            <pc:sldMk cId="1244839498" sldId="425"/>
            <ac:spMk id="7" creationId="{A8BF6C58-C4B4-10D6-08F6-A6884968B01B}"/>
          </ac:spMkLst>
        </pc:spChg>
        <pc:spChg chg="del">
          <ac:chgData name="Jorge Tesch" userId="88587a9db95d6a10" providerId="LiveId" clId="{0204C6D2-D373-4485-B02D-A39DFD606517}" dt="2025-10-23T16:33:52.515" v="14805" actId="478"/>
          <ac:spMkLst>
            <pc:docMk/>
            <pc:sldMk cId="1244839498" sldId="425"/>
            <ac:spMk id="8" creationId="{179F3B8B-6636-75A9-429C-74B29F5AF7A1}"/>
          </ac:spMkLst>
        </pc:spChg>
        <pc:graphicFrameChg chg="del modGraphic">
          <ac:chgData name="Jorge Tesch" userId="88587a9db95d6a10" providerId="LiveId" clId="{0204C6D2-D373-4485-B02D-A39DFD606517}" dt="2025-10-23T16:33:14.096" v="14793" actId="478"/>
          <ac:graphicFrameMkLst>
            <pc:docMk/>
            <pc:sldMk cId="1244839498" sldId="425"/>
            <ac:graphicFrameMk id="6" creationId="{5B72AE38-2F76-1128-1C96-A77045BDA577}"/>
          </ac:graphicFrameMkLst>
        </pc:graphicFrameChg>
      </pc:sldChg>
      <pc:sldChg chg="addSp delSp modSp add mod">
        <pc:chgData name="Jorge Tesch" userId="88587a9db95d6a10" providerId="LiveId" clId="{0204C6D2-D373-4485-B02D-A39DFD606517}" dt="2025-10-23T17:12:54.135" v="14930" actId="14100"/>
        <pc:sldMkLst>
          <pc:docMk/>
          <pc:sldMk cId="2462339028" sldId="426"/>
        </pc:sldMkLst>
        <pc:spChg chg="mod">
          <ac:chgData name="Jorge Tesch" userId="88587a9db95d6a10" providerId="LiveId" clId="{0204C6D2-D373-4485-B02D-A39DFD606517}" dt="2025-10-23T17:06:33.451" v="14914"/>
          <ac:spMkLst>
            <pc:docMk/>
            <pc:sldMk cId="2462339028" sldId="426"/>
            <ac:spMk id="2" creationId="{C9658164-4716-5D4B-A0C5-5399FACB8A09}"/>
          </ac:spMkLst>
        </pc:spChg>
        <pc:spChg chg="mod">
          <ac:chgData name="Jorge Tesch" userId="88587a9db95d6a10" providerId="LiveId" clId="{0204C6D2-D373-4485-B02D-A39DFD606517}" dt="2025-10-23T16:37:54.536" v="14899"/>
          <ac:spMkLst>
            <pc:docMk/>
            <pc:sldMk cId="2462339028" sldId="426"/>
            <ac:spMk id="4" creationId="{CC0F3478-BB64-35C0-4BF2-1A5F8E1FDC85}"/>
          </ac:spMkLst>
        </pc:spChg>
        <pc:spChg chg="del mod">
          <ac:chgData name="Jorge Tesch" userId="88587a9db95d6a10" providerId="LiveId" clId="{0204C6D2-D373-4485-B02D-A39DFD606517}" dt="2025-10-23T17:05:13.400" v="14902" actId="478"/>
          <ac:spMkLst>
            <pc:docMk/>
            <pc:sldMk cId="2462339028" sldId="426"/>
            <ac:spMk id="7" creationId="{4653905D-13EC-1251-D8D0-89D1149726FD}"/>
          </ac:spMkLst>
        </pc:spChg>
        <pc:picChg chg="add mod modCrop">
          <ac:chgData name="Jorge Tesch" userId="88587a9db95d6a10" providerId="LiveId" clId="{0204C6D2-D373-4485-B02D-A39DFD606517}" dt="2025-10-23T17:12:54.135" v="14930" actId="14100"/>
          <ac:picMkLst>
            <pc:docMk/>
            <pc:sldMk cId="2462339028" sldId="426"/>
            <ac:picMk id="6" creationId="{8B111043-37C0-2C0F-5888-DC63243D1F2B}"/>
          </ac:picMkLst>
        </pc:picChg>
        <pc:picChg chg="add mod">
          <ac:chgData name="Jorge Tesch" userId="88587a9db95d6a10" providerId="LiveId" clId="{0204C6D2-D373-4485-B02D-A39DFD606517}" dt="2025-10-23T17:12:50.663" v="14928" actId="1076"/>
          <ac:picMkLst>
            <pc:docMk/>
            <pc:sldMk cId="2462339028" sldId="426"/>
            <ac:picMk id="9" creationId="{564C5509-1693-9AF2-F7FD-17A2B467DC8D}"/>
          </ac:picMkLst>
        </pc:picChg>
      </pc:sldChg>
      <pc:sldChg chg="addSp modSp add mod ord">
        <pc:chgData name="Jorge Tesch" userId="88587a9db95d6a10" providerId="LiveId" clId="{0204C6D2-D373-4485-B02D-A39DFD606517}" dt="2025-10-23T17:25:51.453" v="15045" actId="1076"/>
        <pc:sldMkLst>
          <pc:docMk/>
          <pc:sldMk cId="3432171287" sldId="427"/>
        </pc:sldMkLst>
        <pc:spChg chg="mod">
          <ac:chgData name="Jorge Tesch" userId="88587a9db95d6a10" providerId="LiveId" clId="{0204C6D2-D373-4485-B02D-A39DFD606517}" dt="2025-10-23T17:22:06.809" v="14973" actId="14100"/>
          <ac:spMkLst>
            <pc:docMk/>
            <pc:sldMk cId="3432171287" sldId="427"/>
            <ac:spMk id="2" creationId="{09ACD686-2B4C-9B18-2DB0-58601A0DEAE8}"/>
          </ac:spMkLst>
        </pc:spChg>
        <pc:spChg chg="mod">
          <ac:chgData name="Jorge Tesch" userId="88587a9db95d6a10" providerId="LiveId" clId="{0204C6D2-D373-4485-B02D-A39DFD606517}" dt="2025-10-23T17:17:55.708" v="14936"/>
          <ac:spMkLst>
            <pc:docMk/>
            <pc:sldMk cId="3432171287" sldId="427"/>
            <ac:spMk id="4" creationId="{2317C510-BF91-4491-42DE-A22C55D7B959}"/>
          </ac:spMkLst>
        </pc:spChg>
        <pc:spChg chg="add mod">
          <ac:chgData name="Jorge Tesch" userId="88587a9db95d6a10" providerId="LiveId" clId="{0204C6D2-D373-4485-B02D-A39DFD606517}" dt="2025-10-23T17:23:11.202" v="15012" actId="20577"/>
          <ac:spMkLst>
            <pc:docMk/>
            <pc:sldMk cId="3432171287" sldId="427"/>
            <ac:spMk id="5" creationId="{79C10A0F-1F89-E639-46D7-9ECE5CA96451}"/>
          </ac:spMkLst>
        </pc:spChg>
        <pc:spChg chg="mod">
          <ac:chgData name="Jorge Tesch" userId="88587a9db95d6a10" providerId="LiveId" clId="{0204C6D2-D373-4485-B02D-A39DFD606517}" dt="2025-10-23T17:25:51.453" v="15045" actId="1076"/>
          <ac:spMkLst>
            <pc:docMk/>
            <pc:sldMk cId="3432171287" sldId="427"/>
            <ac:spMk id="7" creationId="{1B775743-91C7-F738-032C-4AB9AF141C9D}"/>
          </ac:spMkLst>
        </pc:spChg>
      </pc:sldChg>
      <pc:sldChg chg="add del">
        <pc:chgData name="Jorge Tesch" userId="88587a9db95d6a10" providerId="LiveId" clId="{0204C6D2-D373-4485-B02D-A39DFD606517}" dt="2025-10-23T17:17:46.859" v="14932" actId="47"/>
        <pc:sldMkLst>
          <pc:docMk/>
          <pc:sldMk cId="3961084169" sldId="427"/>
        </pc:sldMkLst>
      </pc:sldChg>
      <pc:sldChg chg="modSp add mod">
        <pc:chgData name="Jorge Tesch" userId="88587a9db95d6a10" providerId="LiveId" clId="{0204C6D2-D373-4485-B02D-A39DFD606517}" dt="2025-10-23T17:25:40.002" v="15044" actId="1076"/>
        <pc:sldMkLst>
          <pc:docMk/>
          <pc:sldMk cId="4047736624" sldId="428"/>
        </pc:sldMkLst>
        <pc:spChg chg="mod">
          <ac:chgData name="Jorge Tesch" userId="88587a9db95d6a10" providerId="LiveId" clId="{0204C6D2-D373-4485-B02D-A39DFD606517}" dt="2025-10-23T17:25:07.032" v="15036" actId="14100"/>
          <ac:spMkLst>
            <pc:docMk/>
            <pc:sldMk cId="4047736624" sldId="428"/>
            <ac:spMk id="2" creationId="{564D5D5B-0CB6-492A-88D0-E8322FCF06D6}"/>
          </ac:spMkLst>
        </pc:spChg>
        <pc:spChg chg="mod">
          <ac:chgData name="Jorge Tesch" userId="88587a9db95d6a10" providerId="LiveId" clId="{0204C6D2-D373-4485-B02D-A39DFD606517}" dt="2025-10-23T17:22:27.244" v="14978"/>
          <ac:spMkLst>
            <pc:docMk/>
            <pc:sldMk cId="4047736624" sldId="428"/>
            <ac:spMk id="4" creationId="{D7FB7489-FC6A-0080-5C4B-C173A4869308}"/>
          </ac:spMkLst>
        </pc:spChg>
        <pc:spChg chg="mod">
          <ac:chgData name="Jorge Tesch" userId="88587a9db95d6a10" providerId="LiveId" clId="{0204C6D2-D373-4485-B02D-A39DFD606517}" dt="2025-10-23T17:25:34.704" v="15043" actId="14100"/>
          <ac:spMkLst>
            <pc:docMk/>
            <pc:sldMk cId="4047736624" sldId="428"/>
            <ac:spMk id="5" creationId="{885BD660-C027-439E-2E71-8F637B4611BF}"/>
          </ac:spMkLst>
        </pc:spChg>
        <pc:spChg chg="mod">
          <ac:chgData name="Jorge Tesch" userId="88587a9db95d6a10" providerId="LiveId" clId="{0204C6D2-D373-4485-B02D-A39DFD606517}" dt="2025-10-23T17:25:40.002" v="15044" actId="1076"/>
          <ac:spMkLst>
            <pc:docMk/>
            <pc:sldMk cId="4047736624" sldId="428"/>
            <ac:spMk id="7" creationId="{05D02BC0-D89C-5AEC-407E-E9B1F06BF07D}"/>
          </ac:spMkLst>
        </pc:spChg>
      </pc:sldChg>
      <pc:sldChg chg="addSp delSp modSp add mod">
        <pc:chgData name="Jorge Tesch" userId="88587a9db95d6a10" providerId="LiveId" clId="{0204C6D2-D373-4485-B02D-A39DFD606517}" dt="2025-10-23T19:10:42.292" v="15573" actId="14100"/>
        <pc:sldMkLst>
          <pc:docMk/>
          <pc:sldMk cId="1050780588" sldId="429"/>
        </pc:sldMkLst>
        <pc:spChg chg="mod">
          <ac:chgData name="Jorge Tesch" userId="88587a9db95d6a10" providerId="LiveId" clId="{0204C6D2-D373-4485-B02D-A39DFD606517}" dt="2025-10-23T19:10:42.292" v="15573" actId="14100"/>
          <ac:spMkLst>
            <pc:docMk/>
            <pc:sldMk cId="1050780588" sldId="429"/>
            <ac:spMk id="2" creationId="{C059824E-7AA1-DCBC-BE49-0D8199B91143}"/>
          </ac:spMkLst>
        </pc:spChg>
        <pc:spChg chg="mod">
          <ac:chgData name="Jorge Tesch" userId="88587a9db95d6a10" providerId="LiveId" clId="{0204C6D2-D373-4485-B02D-A39DFD606517}" dt="2025-10-23T17:46:59.423" v="15047"/>
          <ac:spMkLst>
            <pc:docMk/>
            <pc:sldMk cId="1050780588" sldId="429"/>
            <ac:spMk id="4" creationId="{A7708554-AFA3-EDF0-9CB3-209DAD00306E}"/>
          </ac:spMkLst>
        </pc:spChg>
        <pc:spChg chg="mod">
          <ac:chgData name="Jorge Tesch" userId="88587a9db95d6a10" providerId="LiveId" clId="{0204C6D2-D373-4485-B02D-A39DFD606517}" dt="2025-10-23T17:47:44.286" v="15051" actId="20577"/>
          <ac:spMkLst>
            <pc:docMk/>
            <pc:sldMk cId="1050780588" sldId="429"/>
            <ac:spMk id="5" creationId="{B5129C59-415D-D527-6CDA-AB8A8DA6C143}"/>
          </ac:spMkLst>
        </pc:spChg>
        <pc:spChg chg="del mod">
          <ac:chgData name="Jorge Tesch" userId="88587a9db95d6a10" providerId="LiveId" clId="{0204C6D2-D373-4485-B02D-A39DFD606517}" dt="2025-10-23T17:49:30.042" v="15176" actId="478"/>
          <ac:spMkLst>
            <pc:docMk/>
            <pc:sldMk cId="1050780588" sldId="429"/>
            <ac:spMk id="7" creationId="{06135465-DBDD-A0D2-72A9-C1924E7B23F4}"/>
          </ac:spMkLst>
        </pc:spChg>
        <pc:spChg chg="add del mod">
          <ac:chgData name="Jorge Tesch" userId="88587a9db95d6a10" providerId="LiveId" clId="{0204C6D2-D373-4485-B02D-A39DFD606517}" dt="2025-10-23T17:50:22.178" v="15192" actId="478"/>
          <ac:spMkLst>
            <pc:docMk/>
            <pc:sldMk cId="1050780588" sldId="429"/>
            <ac:spMk id="9" creationId="{C5574816-2577-7ABF-734A-B0542D512092}"/>
          </ac:spMkLst>
        </pc:spChg>
        <pc:spChg chg="add mod">
          <ac:chgData name="Jorge Tesch" userId="88587a9db95d6a10" providerId="LiveId" clId="{0204C6D2-D373-4485-B02D-A39DFD606517}" dt="2025-10-23T17:51:43.361" v="15269" actId="1076"/>
          <ac:spMkLst>
            <pc:docMk/>
            <pc:sldMk cId="1050780588" sldId="429"/>
            <ac:spMk id="10" creationId="{AC14B370-4A7C-7F69-4AF3-577281BD7D89}"/>
          </ac:spMkLst>
        </pc:spChg>
        <pc:picChg chg="add mod">
          <ac:chgData name="Jorge Tesch" userId="88587a9db95d6a10" providerId="LiveId" clId="{0204C6D2-D373-4485-B02D-A39DFD606517}" dt="2025-10-23T17:51:37.586" v="15268" actId="1076"/>
          <ac:picMkLst>
            <pc:docMk/>
            <pc:sldMk cId="1050780588" sldId="429"/>
            <ac:picMk id="8" creationId="{B1C5B849-C658-2436-79F8-A60529DA4470}"/>
          </ac:picMkLst>
        </pc:picChg>
      </pc:sldChg>
      <pc:sldChg chg="addSp delSp modSp add mod ord">
        <pc:chgData name="Jorge Tesch" userId="88587a9db95d6a10" providerId="LiveId" clId="{0204C6D2-D373-4485-B02D-A39DFD606517}" dt="2025-10-23T18:00:49.113" v="15347" actId="1076"/>
        <pc:sldMkLst>
          <pc:docMk/>
          <pc:sldMk cId="2098009643" sldId="430"/>
        </pc:sldMkLst>
        <pc:spChg chg="mod">
          <ac:chgData name="Jorge Tesch" userId="88587a9db95d6a10" providerId="LiveId" clId="{0204C6D2-D373-4485-B02D-A39DFD606517}" dt="2025-10-23T18:00:03.640" v="15331" actId="14100"/>
          <ac:spMkLst>
            <pc:docMk/>
            <pc:sldMk cId="2098009643" sldId="430"/>
            <ac:spMk id="2" creationId="{36BC5E8D-52A7-6800-8048-D94F32C9EF61}"/>
          </ac:spMkLst>
        </pc:spChg>
        <pc:spChg chg="mod">
          <ac:chgData name="Jorge Tesch" userId="88587a9db95d6a10" providerId="LiveId" clId="{0204C6D2-D373-4485-B02D-A39DFD606517}" dt="2025-10-23T17:53:15.736" v="15273"/>
          <ac:spMkLst>
            <pc:docMk/>
            <pc:sldMk cId="2098009643" sldId="430"/>
            <ac:spMk id="4" creationId="{2B502AAF-A189-AFB0-919D-BDFA91996AB8}"/>
          </ac:spMkLst>
        </pc:spChg>
        <pc:spChg chg="del">
          <ac:chgData name="Jorge Tesch" userId="88587a9db95d6a10" providerId="LiveId" clId="{0204C6D2-D373-4485-B02D-A39DFD606517}" dt="2025-10-23T17:54:42.530" v="15290" actId="478"/>
          <ac:spMkLst>
            <pc:docMk/>
            <pc:sldMk cId="2098009643" sldId="430"/>
            <ac:spMk id="5" creationId="{491B2F24-F058-D03B-E4AC-DE7ABB03059D}"/>
          </ac:spMkLst>
        </pc:spChg>
        <pc:spChg chg="mod">
          <ac:chgData name="Jorge Tesch" userId="88587a9db95d6a10" providerId="LiveId" clId="{0204C6D2-D373-4485-B02D-A39DFD606517}" dt="2025-10-23T18:00:37.033" v="15346" actId="14100"/>
          <ac:spMkLst>
            <pc:docMk/>
            <pc:sldMk cId="2098009643" sldId="430"/>
            <ac:spMk id="7" creationId="{8FEB519F-56C9-89C7-7248-0230295DEF63}"/>
          </ac:spMkLst>
        </pc:spChg>
        <pc:spChg chg="add mod">
          <ac:chgData name="Jorge Tesch" userId="88587a9db95d6a10" providerId="LiveId" clId="{0204C6D2-D373-4485-B02D-A39DFD606517}" dt="2025-10-23T18:00:26.013" v="15343" actId="20577"/>
          <ac:spMkLst>
            <pc:docMk/>
            <pc:sldMk cId="2098009643" sldId="430"/>
            <ac:spMk id="9" creationId="{0BEC66D5-A530-AFC4-5EB1-33FFD46F314B}"/>
          </ac:spMkLst>
        </pc:spChg>
        <pc:picChg chg="add mod">
          <ac:chgData name="Jorge Tesch" userId="88587a9db95d6a10" providerId="LiveId" clId="{0204C6D2-D373-4485-B02D-A39DFD606517}" dt="2025-10-23T18:00:49.113" v="15347" actId="1076"/>
          <ac:picMkLst>
            <pc:docMk/>
            <pc:sldMk cId="2098009643" sldId="430"/>
            <ac:picMk id="8" creationId="{FDEDBC88-7FEA-C9BB-459E-CE7D66B2F6AE}"/>
          </ac:picMkLst>
        </pc:picChg>
      </pc:sldChg>
      <pc:sldChg chg="delSp modSp add mod">
        <pc:chgData name="Jorge Tesch" userId="88587a9db95d6a10" providerId="LiveId" clId="{0204C6D2-D373-4485-B02D-A39DFD606517}" dt="2025-10-23T18:44:11.254" v="15444" actId="14100"/>
        <pc:sldMkLst>
          <pc:docMk/>
          <pc:sldMk cId="2863996169" sldId="431"/>
        </pc:sldMkLst>
        <pc:spChg chg="mod">
          <ac:chgData name="Jorge Tesch" userId="88587a9db95d6a10" providerId="LiveId" clId="{0204C6D2-D373-4485-B02D-A39DFD606517}" dt="2025-10-23T18:44:11.254" v="15444" actId="14100"/>
          <ac:spMkLst>
            <pc:docMk/>
            <pc:sldMk cId="2863996169" sldId="431"/>
            <ac:spMk id="2" creationId="{9FE6086C-99CC-BB79-B545-C086DBFB476F}"/>
          </ac:spMkLst>
        </pc:spChg>
        <pc:spChg chg="mod">
          <ac:chgData name="Jorge Tesch" userId="88587a9db95d6a10" providerId="LiveId" clId="{0204C6D2-D373-4485-B02D-A39DFD606517}" dt="2025-10-23T18:36:32.450" v="15352" actId="20577"/>
          <ac:spMkLst>
            <pc:docMk/>
            <pc:sldMk cId="2863996169" sldId="431"/>
            <ac:spMk id="4" creationId="{A4B95445-03A4-B639-642B-B4F2E2863BBE}"/>
          </ac:spMkLst>
        </pc:spChg>
        <pc:spChg chg="del">
          <ac:chgData name="Jorge Tesch" userId="88587a9db95d6a10" providerId="LiveId" clId="{0204C6D2-D373-4485-B02D-A39DFD606517}" dt="2025-10-23T18:36:20.552" v="15349" actId="478"/>
          <ac:spMkLst>
            <pc:docMk/>
            <pc:sldMk cId="2863996169" sldId="431"/>
            <ac:spMk id="7" creationId="{674DD1E2-FDF8-99C1-6557-C89BA0103E32}"/>
          </ac:spMkLst>
        </pc:spChg>
        <pc:spChg chg="del mod">
          <ac:chgData name="Jorge Tesch" userId="88587a9db95d6a10" providerId="LiveId" clId="{0204C6D2-D373-4485-B02D-A39DFD606517}" dt="2025-10-23T18:36:46.436" v="15354" actId="478"/>
          <ac:spMkLst>
            <pc:docMk/>
            <pc:sldMk cId="2863996169" sldId="431"/>
            <ac:spMk id="9" creationId="{3F9C1E09-4ED5-30F1-C3CF-5ED5AD8ECBC6}"/>
          </ac:spMkLst>
        </pc:spChg>
        <pc:picChg chg="del">
          <ac:chgData name="Jorge Tesch" userId="88587a9db95d6a10" providerId="LiveId" clId="{0204C6D2-D373-4485-B02D-A39DFD606517}" dt="2025-10-23T18:36:21.316" v="15350" actId="478"/>
          <ac:picMkLst>
            <pc:docMk/>
            <pc:sldMk cId="2863996169" sldId="431"/>
            <ac:picMk id="8" creationId="{A4A330BC-615B-7114-A7E0-A700C00EE82E}"/>
          </ac:picMkLst>
        </pc:picChg>
      </pc:sldChg>
      <pc:sldChg chg="addSp modSp add mod">
        <pc:chgData name="Jorge Tesch" userId="88587a9db95d6a10" providerId="LiveId" clId="{0204C6D2-D373-4485-B02D-A39DFD606517}" dt="2025-10-23T18:43:54.914" v="15443" actId="113"/>
        <pc:sldMkLst>
          <pc:docMk/>
          <pc:sldMk cId="2718560964" sldId="432"/>
        </pc:sldMkLst>
        <pc:spChg chg="mod">
          <ac:chgData name="Jorge Tesch" userId="88587a9db95d6a10" providerId="LiveId" clId="{0204C6D2-D373-4485-B02D-A39DFD606517}" dt="2025-10-23T18:41:51.317" v="15409" actId="21"/>
          <ac:spMkLst>
            <pc:docMk/>
            <pc:sldMk cId="2718560964" sldId="432"/>
            <ac:spMk id="2" creationId="{2F72C776-5489-BBE1-168D-3BB5E9EA7733}"/>
          </ac:spMkLst>
        </pc:spChg>
        <pc:spChg chg="mod">
          <ac:chgData name="Jorge Tesch" userId="88587a9db95d6a10" providerId="LiveId" clId="{0204C6D2-D373-4485-B02D-A39DFD606517}" dt="2025-10-23T18:39:16.729" v="15388"/>
          <ac:spMkLst>
            <pc:docMk/>
            <pc:sldMk cId="2718560964" sldId="432"/>
            <ac:spMk id="4" creationId="{8A371228-1172-F164-D2B0-F01EFD17E021}"/>
          </ac:spMkLst>
        </pc:spChg>
        <pc:spChg chg="add mod">
          <ac:chgData name="Jorge Tesch" userId="88587a9db95d6a10" providerId="LiveId" clId="{0204C6D2-D373-4485-B02D-A39DFD606517}" dt="2025-10-23T18:43:54.914" v="15443" actId="113"/>
          <ac:spMkLst>
            <pc:docMk/>
            <pc:sldMk cId="2718560964" sldId="432"/>
            <ac:spMk id="5" creationId="{7E2DB344-F937-8429-D4AC-FE65A004BD08}"/>
          </ac:spMkLst>
        </pc:spChg>
        <pc:picChg chg="add mod">
          <ac:chgData name="Jorge Tesch" userId="88587a9db95d6a10" providerId="LiveId" clId="{0204C6D2-D373-4485-B02D-A39DFD606517}" dt="2025-10-23T18:42:44.370" v="15424" actId="1076"/>
          <ac:picMkLst>
            <pc:docMk/>
            <pc:sldMk cId="2718560964" sldId="432"/>
            <ac:picMk id="7" creationId="{A697EF29-7E46-983E-AE52-91A1D7F5725A}"/>
          </ac:picMkLst>
        </pc:picChg>
      </pc:sldChg>
      <pc:sldChg chg="addSp delSp modSp add mod ord">
        <pc:chgData name="Jorge Tesch" userId="88587a9db95d6a10" providerId="LiveId" clId="{0204C6D2-D373-4485-B02D-A39DFD606517}" dt="2025-10-23T19:34:45.657" v="15698" actId="21"/>
        <pc:sldMkLst>
          <pc:docMk/>
          <pc:sldMk cId="1998179015" sldId="433"/>
        </pc:sldMkLst>
        <pc:spChg chg="mod">
          <ac:chgData name="Jorge Tesch" userId="88587a9db95d6a10" providerId="LiveId" clId="{0204C6D2-D373-4485-B02D-A39DFD606517}" dt="2025-10-23T19:11:29.356" v="15587" actId="14100"/>
          <ac:spMkLst>
            <pc:docMk/>
            <pc:sldMk cId="1998179015" sldId="433"/>
            <ac:spMk id="2" creationId="{E2B817F2-771F-A0A5-8CBD-C8C2D23CAE27}"/>
          </ac:spMkLst>
        </pc:spChg>
        <pc:spChg chg="mod">
          <ac:chgData name="Jorge Tesch" userId="88587a9db95d6a10" providerId="LiveId" clId="{0204C6D2-D373-4485-B02D-A39DFD606517}" dt="2025-10-23T19:03:09.165" v="15448"/>
          <ac:spMkLst>
            <pc:docMk/>
            <pc:sldMk cId="1998179015" sldId="433"/>
            <ac:spMk id="4" creationId="{53CEA4B1-1FDF-70F5-9F76-444939CEDEEE}"/>
          </ac:spMkLst>
        </pc:spChg>
        <pc:spChg chg="add del mod">
          <ac:chgData name="Jorge Tesch" userId="88587a9db95d6a10" providerId="LiveId" clId="{0204C6D2-D373-4485-B02D-A39DFD606517}" dt="2025-10-23T19:34:45.657" v="15698" actId="21"/>
          <ac:spMkLst>
            <pc:docMk/>
            <pc:sldMk cId="1998179015" sldId="433"/>
            <ac:spMk id="7" creationId="{F83851B8-CB3A-7CC1-9276-0E4F8B05EB57}"/>
          </ac:spMkLst>
        </pc:spChg>
        <pc:spChg chg="add del mod">
          <ac:chgData name="Jorge Tesch" userId="88587a9db95d6a10" providerId="LiveId" clId="{0204C6D2-D373-4485-B02D-A39DFD606517}" dt="2025-10-23T19:07:58.704" v="15528" actId="478"/>
          <ac:spMkLst>
            <pc:docMk/>
            <pc:sldMk cId="1998179015" sldId="433"/>
            <ac:spMk id="8" creationId="{8F0B4614-4DA3-C102-CB37-BF43536CFA82}"/>
          </ac:spMkLst>
        </pc:spChg>
        <pc:graphicFrameChg chg="add del mod modGraphic">
          <ac:chgData name="Jorge Tesch" userId="88587a9db95d6a10" providerId="LiveId" clId="{0204C6D2-D373-4485-B02D-A39DFD606517}" dt="2025-10-23T19:03:56.109" v="15462" actId="3680"/>
          <ac:graphicFrameMkLst>
            <pc:docMk/>
            <pc:sldMk cId="1998179015" sldId="433"/>
            <ac:graphicFrameMk id="5" creationId="{C9A7E24C-F140-F2D2-B5AB-1411DED09139}"/>
          </ac:graphicFrameMkLst>
        </pc:graphicFrameChg>
        <pc:graphicFrameChg chg="add mod modGraphic">
          <ac:chgData name="Jorge Tesch" userId="88587a9db95d6a10" providerId="LiveId" clId="{0204C6D2-D373-4485-B02D-A39DFD606517}" dt="2025-10-23T19:17:04.881" v="15645"/>
          <ac:graphicFrameMkLst>
            <pc:docMk/>
            <pc:sldMk cId="1998179015" sldId="433"/>
            <ac:graphicFrameMk id="6" creationId="{BB9FD55F-9B61-D0D3-E2A9-FAF991D282AC}"/>
          </ac:graphicFrameMkLst>
        </pc:graphicFrameChg>
      </pc:sldChg>
      <pc:sldChg chg="addSp modSp add mod ord">
        <pc:chgData name="Jorge Tesch" userId="88587a9db95d6a10" providerId="LiveId" clId="{0204C6D2-D373-4485-B02D-A39DFD606517}" dt="2025-10-23T19:17:40.821" v="15653" actId="403"/>
        <pc:sldMkLst>
          <pc:docMk/>
          <pc:sldMk cId="2787975938" sldId="434"/>
        </pc:sldMkLst>
        <pc:spChg chg="mod">
          <ac:chgData name="Jorge Tesch" userId="88587a9db95d6a10" providerId="LiveId" clId="{0204C6D2-D373-4485-B02D-A39DFD606517}" dt="2025-10-23T19:16:00.240" v="15621" actId="14100"/>
          <ac:spMkLst>
            <pc:docMk/>
            <pc:sldMk cId="2787975938" sldId="434"/>
            <ac:spMk id="2" creationId="{7B8A71EF-F418-9F2D-0BFD-CEE38695DA7D}"/>
          </ac:spMkLst>
        </pc:spChg>
        <pc:spChg chg="mod">
          <ac:chgData name="Jorge Tesch" userId="88587a9db95d6a10" providerId="LiveId" clId="{0204C6D2-D373-4485-B02D-A39DFD606517}" dt="2025-10-23T19:12:22.265" v="15594"/>
          <ac:spMkLst>
            <pc:docMk/>
            <pc:sldMk cId="2787975938" sldId="434"/>
            <ac:spMk id="4" creationId="{5EA26819-088C-307E-66D5-9BFC866B2995}"/>
          </ac:spMkLst>
        </pc:spChg>
        <pc:graphicFrameChg chg="add mod modGraphic">
          <ac:chgData name="Jorge Tesch" userId="88587a9db95d6a10" providerId="LiveId" clId="{0204C6D2-D373-4485-B02D-A39DFD606517}" dt="2025-10-23T19:17:40.821" v="15653" actId="403"/>
          <ac:graphicFrameMkLst>
            <pc:docMk/>
            <pc:sldMk cId="2787975938" sldId="434"/>
            <ac:graphicFrameMk id="5" creationId="{DE7C52C8-1FCD-89FC-7971-A352CDAE3EF8}"/>
          </ac:graphicFrameMkLst>
        </pc:graphicFrameChg>
      </pc:sldChg>
      <pc:sldChg chg="addSp modSp add mod ord">
        <pc:chgData name="Jorge Tesch" userId="88587a9db95d6a10" providerId="LiveId" clId="{0204C6D2-D373-4485-B02D-A39DFD606517}" dt="2025-10-23T19:38:30.820" v="15728" actId="1076"/>
        <pc:sldMkLst>
          <pc:docMk/>
          <pc:sldMk cId="3080418029" sldId="435"/>
        </pc:sldMkLst>
        <pc:spChg chg="mod">
          <ac:chgData name="Jorge Tesch" userId="88587a9db95d6a10" providerId="LiveId" clId="{0204C6D2-D373-4485-B02D-A39DFD606517}" dt="2025-10-23T19:37:17.692" v="15724" actId="14100"/>
          <ac:spMkLst>
            <pc:docMk/>
            <pc:sldMk cId="3080418029" sldId="435"/>
            <ac:spMk id="2" creationId="{2F2DA90E-9F99-D77A-7AFF-1F055A1D9016}"/>
          </ac:spMkLst>
        </pc:spChg>
        <pc:spChg chg="mod">
          <ac:chgData name="Jorge Tesch" userId="88587a9db95d6a10" providerId="LiveId" clId="{0204C6D2-D373-4485-B02D-A39DFD606517}" dt="2025-10-23T19:18:19.174" v="15657"/>
          <ac:spMkLst>
            <pc:docMk/>
            <pc:sldMk cId="3080418029" sldId="435"/>
            <ac:spMk id="4" creationId="{28FD9560-F050-692F-F4E6-C6ADB79B5A94}"/>
          </ac:spMkLst>
        </pc:spChg>
        <pc:spChg chg="add mod">
          <ac:chgData name="Jorge Tesch" userId="88587a9db95d6a10" providerId="LiveId" clId="{0204C6D2-D373-4485-B02D-A39DFD606517}" dt="2025-10-23T19:38:28.931" v="15727" actId="1076"/>
          <ac:spMkLst>
            <pc:docMk/>
            <pc:sldMk cId="3080418029" sldId="435"/>
            <ac:spMk id="6" creationId="{E94395E6-294F-2206-D348-B14D1C0F1254}"/>
          </ac:spMkLst>
        </pc:spChg>
        <pc:graphicFrameChg chg="add mod modGraphic">
          <ac:chgData name="Jorge Tesch" userId="88587a9db95d6a10" providerId="LiveId" clId="{0204C6D2-D373-4485-B02D-A39DFD606517}" dt="2025-10-23T19:38:30.820" v="15728" actId="1076"/>
          <ac:graphicFrameMkLst>
            <pc:docMk/>
            <pc:sldMk cId="3080418029" sldId="435"/>
            <ac:graphicFrameMk id="5" creationId="{0E5DFB29-2D98-9B65-F967-D6D44DF7545B}"/>
          </ac:graphicFrameMkLst>
        </pc:graphicFrameChg>
      </pc:sldChg>
      <pc:sldChg chg="addSp delSp modSp add mod">
        <pc:chgData name="Jorge Tesch" userId="88587a9db95d6a10" providerId="LiveId" clId="{0204C6D2-D373-4485-B02D-A39DFD606517}" dt="2025-10-23T19:53:55.497" v="15889" actId="207"/>
        <pc:sldMkLst>
          <pc:docMk/>
          <pc:sldMk cId="3356701334" sldId="436"/>
        </pc:sldMkLst>
        <pc:spChg chg="mod">
          <ac:chgData name="Jorge Tesch" userId="88587a9db95d6a10" providerId="LiveId" clId="{0204C6D2-D373-4485-B02D-A39DFD606517}" dt="2025-10-23T19:44:40.767" v="15804" actId="14100"/>
          <ac:spMkLst>
            <pc:docMk/>
            <pc:sldMk cId="3356701334" sldId="436"/>
            <ac:spMk id="2" creationId="{1DD303A4-A64B-F72B-5805-07F6206A0207}"/>
          </ac:spMkLst>
        </pc:spChg>
        <pc:spChg chg="mod">
          <ac:chgData name="Jorge Tesch" userId="88587a9db95d6a10" providerId="LiveId" clId="{0204C6D2-D373-4485-B02D-A39DFD606517}" dt="2025-10-23T19:40:39.300" v="15733"/>
          <ac:spMkLst>
            <pc:docMk/>
            <pc:sldMk cId="3356701334" sldId="436"/>
            <ac:spMk id="4" creationId="{663F5152-7BEC-EA46-0BD7-B3CCF37528F1}"/>
          </ac:spMkLst>
        </pc:spChg>
        <pc:spChg chg="del">
          <ac:chgData name="Jorge Tesch" userId="88587a9db95d6a10" providerId="LiveId" clId="{0204C6D2-D373-4485-B02D-A39DFD606517}" dt="2025-10-23T19:40:27.906" v="15730" actId="478"/>
          <ac:spMkLst>
            <pc:docMk/>
            <pc:sldMk cId="3356701334" sldId="436"/>
            <ac:spMk id="6" creationId="{73CA7647-ED15-566B-8256-4BAEF44A89C5}"/>
          </ac:spMkLst>
        </pc:spChg>
        <pc:spChg chg="add mod">
          <ac:chgData name="Jorge Tesch" userId="88587a9db95d6a10" providerId="LiveId" clId="{0204C6D2-D373-4485-B02D-A39DFD606517}" dt="2025-10-23T19:53:55.497" v="15889" actId="207"/>
          <ac:spMkLst>
            <pc:docMk/>
            <pc:sldMk cId="3356701334" sldId="436"/>
            <ac:spMk id="8" creationId="{C6C43560-E387-2C25-4792-8D345AF34496}"/>
          </ac:spMkLst>
        </pc:spChg>
        <pc:spChg chg="add mod">
          <ac:chgData name="Jorge Tesch" userId="88587a9db95d6a10" providerId="LiveId" clId="{0204C6D2-D373-4485-B02D-A39DFD606517}" dt="2025-10-23T19:43:11.725" v="15780"/>
          <ac:spMkLst>
            <pc:docMk/>
            <pc:sldMk cId="3356701334" sldId="436"/>
            <ac:spMk id="9" creationId="{F9015D89-DAC2-D614-01AA-4CE3BEEA1DA8}"/>
          </ac:spMkLst>
        </pc:spChg>
        <pc:graphicFrameChg chg="del modGraphic">
          <ac:chgData name="Jorge Tesch" userId="88587a9db95d6a10" providerId="LiveId" clId="{0204C6D2-D373-4485-B02D-A39DFD606517}" dt="2025-10-23T19:40:30.236" v="15732" actId="478"/>
          <ac:graphicFrameMkLst>
            <pc:docMk/>
            <pc:sldMk cId="3356701334" sldId="436"/>
            <ac:graphicFrameMk id="5" creationId="{850992D5-2FAA-2AA9-0686-F22FF0921B85}"/>
          </ac:graphicFrameMkLst>
        </pc:graphicFrameChg>
        <pc:graphicFrameChg chg="add mod modGraphic">
          <ac:chgData name="Jorge Tesch" userId="88587a9db95d6a10" providerId="LiveId" clId="{0204C6D2-D373-4485-B02D-A39DFD606517}" dt="2025-10-23T19:45:15.541" v="15813" actId="1076"/>
          <ac:graphicFrameMkLst>
            <pc:docMk/>
            <pc:sldMk cId="3356701334" sldId="436"/>
            <ac:graphicFrameMk id="7" creationId="{997474AB-AABC-8230-67F0-D3064B46AF5C}"/>
          </ac:graphicFrameMkLst>
        </pc:graphicFrameChg>
      </pc:sldChg>
      <pc:sldChg chg="addSp modSp add mod ord">
        <pc:chgData name="Jorge Tesch" userId="88587a9db95d6a10" providerId="LiveId" clId="{0204C6D2-D373-4485-B02D-A39DFD606517}" dt="2025-10-23T19:49:29.218" v="15876" actId="1076"/>
        <pc:sldMkLst>
          <pc:docMk/>
          <pc:sldMk cId="1335206313" sldId="437"/>
        </pc:sldMkLst>
        <pc:spChg chg="mod">
          <ac:chgData name="Jorge Tesch" userId="88587a9db95d6a10" providerId="LiveId" clId="{0204C6D2-D373-4485-B02D-A39DFD606517}" dt="2025-10-23T19:46:53.992" v="15831" actId="20577"/>
          <ac:spMkLst>
            <pc:docMk/>
            <pc:sldMk cId="1335206313" sldId="437"/>
            <ac:spMk id="2" creationId="{14525FD1-4E47-023A-541D-B813CC16E960}"/>
          </ac:spMkLst>
        </pc:spChg>
        <pc:spChg chg="mod">
          <ac:chgData name="Jorge Tesch" userId="88587a9db95d6a10" providerId="LiveId" clId="{0204C6D2-D373-4485-B02D-A39DFD606517}" dt="2025-10-23T19:46:12.509" v="15817"/>
          <ac:spMkLst>
            <pc:docMk/>
            <pc:sldMk cId="1335206313" sldId="437"/>
            <ac:spMk id="4" creationId="{91E0F79B-51B7-CCEA-D4AE-D4167A034F85}"/>
          </ac:spMkLst>
        </pc:spChg>
        <pc:graphicFrameChg chg="add mod modGraphic">
          <ac:chgData name="Jorge Tesch" userId="88587a9db95d6a10" providerId="LiveId" clId="{0204C6D2-D373-4485-B02D-A39DFD606517}" dt="2025-10-23T19:49:29.218" v="15876" actId="1076"/>
          <ac:graphicFrameMkLst>
            <pc:docMk/>
            <pc:sldMk cId="1335206313" sldId="437"/>
            <ac:graphicFrameMk id="5" creationId="{F51E650D-044E-3B14-740C-88B5034BBC84}"/>
          </ac:graphicFrameMkLst>
        </pc:graphicFrameChg>
      </pc:sldChg>
      <pc:sldChg chg="addSp delSp modSp add mod">
        <pc:chgData name="Jorge Tesch" userId="88587a9db95d6a10" providerId="LiveId" clId="{0204C6D2-D373-4485-B02D-A39DFD606517}" dt="2025-10-23T20:00:06.929" v="15965" actId="1076"/>
        <pc:sldMkLst>
          <pc:docMk/>
          <pc:sldMk cId="412286105" sldId="438"/>
        </pc:sldMkLst>
        <pc:spChg chg="mod">
          <ac:chgData name="Jorge Tesch" userId="88587a9db95d6a10" providerId="LiveId" clId="{0204C6D2-D373-4485-B02D-A39DFD606517}" dt="2025-10-23T19:59:39.638" v="15961" actId="14100"/>
          <ac:spMkLst>
            <pc:docMk/>
            <pc:sldMk cId="412286105" sldId="438"/>
            <ac:spMk id="2" creationId="{1D3DC22D-DAA2-61BE-520A-179AEFA770B0}"/>
          </ac:spMkLst>
        </pc:spChg>
        <pc:spChg chg="mod">
          <ac:chgData name="Jorge Tesch" userId="88587a9db95d6a10" providerId="LiveId" clId="{0204C6D2-D373-4485-B02D-A39DFD606517}" dt="2025-10-23T19:52:27.904" v="15879"/>
          <ac:spMkLst>
            <pc:docMk/>
            <pc:sldMk cId="412286105" sldId="438"/>
            <ac:spMk id="4" creationId="{CE7780D2-C020-520C-40CF-4FD415D878A7}"/>
          </ac:spMkLst>
        </pc:spChg>
        <pc:spChg chg="add mod">
          <ac:chgData name="Jorge Tesch" userId="88587a9db95d6a10" providerId="LiveId" clId="{0204C6D2-D373-4485-B02D-A39DFD606517}" dt="2025-10-23T20:00:06.929" v="15965" actId="1076"/>
          <ac:spMkLst>
            <pc:docMk/>
            <pc:sldMk cId="412286105" sldId="438"/>
            <ac:spMk id="6" creationId="{AC523884-E54F-7572-975E-D6384C95081F}"/>
          </ac:spMkLst>
        </pc:spChg>
        <pc:graphicFrameChg chg="del">
          <ac:chgData name="Jorge Tesch" userId="88587a9db95d6a10" providerId="LiveId" clId="{0204C6D2-D373-4485-B02D-A39DFD606517}" dt="2025-10-23T19:50:17.984" v="15878" actId="478"/>
          <ac:graphicFrameMkLst>
            <pc:docMk/>
            <pc:sldMk cId="412286105" sldId="438"/>
            <ac:graphicFrameMk id="5" creationId="{38389C9A-08E9-8525-7909-2E3B9B8DE77F}"/>
          </ac:graphicFrameMkLst>
        </pc:graphicFrameChg>
        <pc:graphicFrameChg chg="add mod modGraphic">
          <ac:chgData name="Jorge Tesch" userId="88587a9db95d6a10" providerId="LiveId" clId="{0204C6D2-D373-4485-B02D-A39DFD606517}" dt="2025-10-23T20:00:01.888" v="15963" actId="1076"/>
          <ac:graphicFrameMkLst>
            <pc:docMk/>
            <pc:sldMk cId="412286105" sldId="438"/>
            <ac:graphicFrameMk id="7" creationId="{A382C546-2359-DF6C-D425-B9611D49889B}"/>
          </ac:graphicFrameMkLst>
        </pc:graphicFrameChg>
      </pc:sldChg>
    </pc:docChg>
  </pc:docChgLst>
  <pc:docChgLst>
    <pc:chgData name="Jorge Tesch" userId="88587a9db95d6a10" providerId="LiveId" clId="{75E349A1-14B8-41D6-A219-441188B8CB11}"/>
    <pc:docChg chg="custSel modSld">
      <pc:chgData name="Jorge Tesch" userId="88587a9db95d6a10" providerId="LiveId" clId="{75E349A1-14B8-41D6-A219-441188B8CB11}" dt="2025-09-26T07:42:46.837" v="10" actId="313"/>
      <pc:docMkLst>
        <pc:docMk/>
      </pc:docMkLst>
      <pc:sldChg chg="modSp mod">
        <pc:chgData name="Jorge Tesch" userId="88587a9db95d6a10" providerId="LiveId" clId="{75E349A1-14B8-41D6-A219-441188B8CB11}" dt="2025-09-26T07:42:46.837" v="10" actId="313"/>
        <pc:sldMkLst>
          <pc:docMk/>
          <pc:sldMk cId="3369892711" sldId="259"/>
        </pc:sldMkLst>
        <pc:spChg chg="mod">
          <ac:chgData name="Jorge Tesch" userId="88587a9db95d6a10" providerId="LiveId" clId="{75E349A1-14B8-41D6-A219-441188B8CB11}" dt="2025-09-26T07:42:46.837" v="10" actId="313"/>
          <ac:spMkLst>
            <pc:docMk/>
            <pc:sldMk cId="3369892711" sldId="25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28EB8-949E-4A49-BCFC-D69CB43FA443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6A500-1DA6-4541-BE61-DEBA7B3304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611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916832"/>
            <a:ext cx="7315200" cy="1944215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35796" y="5013176"/>
            <a:ext cx="3672408" cy="720080"/>
          </a:xfrm>
        </p:spPr>
        <p:txBody>
          <a:bodyPr>
            <a:normAutofit/>
          </a:bodyPr>
          <a:lstStyle>
            <a:lvl1pPr marL="0" indent="0" algn="ctr">
              <a:buNone/>
              <a:defRPr sz="160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Profesor / Curso académico: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14400" y="4077072"/>
            <a:ext cx="7315200" cy="526424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ASIGNATURA</a:t>
            </a:r>
          </a:p>
        </p:txBody>
      </p:sp>
      <p:pic>
        <p:nvPicPr>
          <p:cNvPr id="1026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04664"/>
            <a:ext cx="3309791" cy="124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16" name="15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18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 dirty="0"/>
          </a:p>
        </p:txBody>
      </p:sp>
      <p:pic>
        <p:nvPicPr>
          <p:cNvPr id="11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11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205178"/>
            <a:ext cx="3566160" cy="413161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204864"/>
            <a:ext cx="3566160" cy="413402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19" y="1268760"/>
            <a:ext cx="8605935" cy="72008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2" name="11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21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 dirty="0"/>
          </a:p>
        </p:txBody>
      </p:sp>
      <p:pic>
        <p:nvPicPr>
          <p:cNvPr id="13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0" name="9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15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 dirty="0"/>
          </a:p>
        </p:txBody>
      </p:sp>
      <p:pic>
        <p:nvPicPr>
          <p:cNvPr id="9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11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 dirty="0"/>
          </a:p>
        </p:txBody>
      </p:sp>
      <p:pic>
        <p:nvPicPr>
          <p:cNvPr id="7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EAE6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19" y="1268760"/>
            <a:ext cx="8605935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19" y="2276873"/>
            <a:ext cx="8605935" cy="403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Discreta-1. Lógica</a:t>
            </a:r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567936" y="476672"/>
            <a:ext cx="576064" cy="3017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s-ES"/>
              <a:t>Nº</a:t>
            </a:r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6" r:id="rId3"/>
    <p:sldLayoutId id="2147483798" r:id="rId4"/>
    <p:sldLayoutId id="2147483799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>
          <a:xfrm>
            <a:off x="914400" y="2083217"/>
            <a:ext cx="7315200" cy="1944215"/>
          </a:xfrm>
        </p:spPr>
        <p:txBody>
          <a:bodyPr/>
          <a:lstStyle/>
          <a:p>
            <a:r>
              <a:rPr lang="es-ES" noProof="1"/>
              <a:t>6.- NLP</a:t>
            </a:r>
            <a:r>
              <a:rPr lang="es-ES" dirty="0"/>
              <a:t>: Procesamiento del Lenguaje Natural</a:t>
            </a:r>
            <a:endParaRPr lang="es-ES" noProof="1"/>
          </a:p>
        </p:txBody>
      </p:sp>
      <p:sp>
        <p:nvSpPr>
          <p:cNvPr id="4" name="3 Subtítulo"/>
          <p:cNvSpPr>
            <a:spLocks noGrp="1"/>
          </p:cNvSpPr>
          <p:nvPr>
            <p:ph type="subTitle" idx="1"/>
          </p:nvPr>
        </p:nvSpPr>
        <p:spPr>
          <a:xfrm>
            <a:off x="2735796" y="4669348"/>
            <a:ext cx="3672408" cy="720080"/>
          </a:xfrm>
        </p:spPr>
        <p:txBody>
          <a:bodyPr>
            <a:normAutofit/>
          </a:bodyPr>
          <a:lstStyle/>
          <a:p>
            <a:r>
              <a:rPr lang="es-ES" sz="1800" noProof="1"/>
              <a:t>Jorge Tesch Torres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idx="11"/>
          </p:nvPr>
        </p:nvSpPr>
        <p:spPr/>
        <p:txBody>
          <a:bodyPr>
            <a:normAutofit/>
          </a:bodyPr>
          <a:lstStyle/>
          <a:p>
            <a:r>
              <a:rPr lang="es-ES" sz="2800" noProof="1"/>
              <a:t>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336989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69032" y="2060848"/>
            <a:ext cx="8605935" cy="4680519"/>
          </a:xfrm>
        </p:spPr>
        <p:txBody>
          <a:bodyPr>
            <a:normAutofit/>
          </a:bodyPr>
          <a:lstStyle/>
          <a:p>
            <a:r>
              <a:rPr lang="es-ES" sz="1600" dirty="0"/>
              <a:t>El </a:t>
            </a:r>
            <a:r>
              <a:rPr lang="es-ES" sz="1600" b="1" dirty="0"/>
              <a:t>Procesamiento del Lenguaje Natural (NLP)</a:t>
            </a:r>
            <a:r>
              <a:rPr lang="es-ES" sz="1600" dirty="0"/>
              <a:t> es una rama de la inteligencia artificial que permite a las máquinas </a:t>
            </a:r>
            <a:r>
              <a:rPr lang="es-ES" sz="1600" b="1" dirty="0"/>
              <a:t>entender, interpretar y generar lenguaje humano</a:t>
            </a:r>
            <a:r>
              <a:rPr lang="es-ES" sz="1600" dirty="0"/>
              <a:t>.</a:t>
            </a:r>
          </a:p>
          <a:p>
            <a:r>
              <a:rPr lang="es-ES" sz="1600" dirty="0"/>
              <a:t>Combina </a:t>
            </a:r>
            <a:r>
              <a:rPr lang="es-ES" sz="1600" b="1" dirty="0"/>
              <a:t>lingüística computacional</a:t>
            </a:r>
            <a:r>
              <a:rPr lang="es-ES" sz="1600" dirty="0"/>
              <a:t>, </a:t>
            </a:r>
            <a:r>
              <a:rPr lang="es-ES" sz="1600" b="1" dirty="0"/>
              <a:t>aprendizaje automático </a:t>
            </a:r>
            <a:r>
              <a:rPr lang="es-ES" sz="1600" dirty="0"/>
              <a:t>y </a:t>
            </a:r>
            <a:r>
              <a:rPr lang="es-ES" sz="1600" b="1" dirty="0"/>
              <a:t>modelos estadísticos </a:t>
            </a:r>
            <a:r>
              <a:rPr lang="es-ES" sz="1600" dirty="0"/>
              <a:t>para extraer significado de textos o conversaciones.</a:t>
            </a:r>
            <a:endParaRPr lang="es-ES" sz="1600" noProof="1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600" dirty="0"/>
              <a:t>¿Qué es el Procesamiento del Lenguaje Natural (NLP)</a:t>
            </a:r>
            <a:endParaRPr lang="es-ES" sz="2600" noProof="1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7BC4502-3082-F6BA-80FD-002C0EEB3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751776"/>
              </p:ext>
            </p:extLst>
          </p:nvPr>
        </p:nvGraphicFramePr>
        <p:xfrm>
          <a:off x="269031" y="3284984"/>
          <a:ext cx="8605936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02968">
                  <a:extLst>
                    <a:ext uri="{9D8B030D-6E8A-4147-A177-3AD203B41FA5}">
                      <a16:colId xmlns:a16="http://schemas.microsoft.com/office/drawing/2014/main" val="2143705753"/>
                    </a:ext>
                  </a:extLst>
                </a:gridCol>
                <a:gridCol w="4302968">
                  <a:extLst>
                    <a:ext uri="{9D8B030D-6E8A-4147-A177-3AD203B41FA5}">
                      <a16:colId xmlns:a16="http://schemas.microsoft.com/office/drawing/2014/main" val="3761118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Lenguaje Natural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Lenguaje Formal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090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Ambiguo, emocional, contextual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Preciso, definido por reglas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795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Ejemplo: “Esa película fue increíble”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Ejemplo: </a:t>
                      </a:r>
                      <a:r>
                        <a:rPr lang="es-ES" dirty="0">
                          <a:highlight>
                            <a:srgbClr val="C0C0C0"/>
                          </a:highlight>
                          <a:latin typeface="Consolas" panose="020B0609020204030204" pitchFamily="49" charset="0"/>
                        </a:rPr>
                        <a:t>if (x &gt; 0):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079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Cambia según cultura y contexto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Rígido, sin ambigüedades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745047"/>
                  </a:ext>
                </a:extLst>
              </a:tr>
            </a:tbl>
          </a:graphicData>
        </a:graphic>
      </p:graphicFrame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B529DA93-5EA6-2177-85E2-548E34E22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87" b="12095"/>
          <a:stretch>
            <a:fillRect/>
          </a:stretch>
        </p:blipFill>
        <p:spPr>
          <a:xfrm>
            <a:off x="4786082" y="4968000"/>
            <a:ext cx="4068000" cy="1678280"/>
          </a:xfrm>
          <a:prstGeom prst="rect">
            <a:avLst/>
          </a:prstGeom>
        </p:spPr>
      </p:pic>
      <p:sp>
        <p:nvSpPr>
          <p:cNvPr id="10" name="Marcador de contenido 1">
            <a:extLst>
              <a:ext uri="{FF2B5EF4-FFF2-40B4-BE49-F238E27FC236}">
                <a16:creationId xmlns:a16="http://schemas.microsoft.com/office/drawing/2014/main" id="{9166E2FA-CB7A-F341-090D-A95C382839D8}"/>
              </a:ext>
            </a:extLst>
          </p:cNvPr>
          <p:cNvSpPr txBox="1">
            <a:spLocks/>
          </p:cNvSpPr>
          <p:nvPr/>
        </p:nvSpPr>
        <p:spPr>
          <a:xfrm>
            <a:off x="286546" y="5176389"/>
            <a:ext cx="4285454" cy="1261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/>
              <a:t>Objetivo del NLP:</a:t>
            </a:r>
          </a:p>
          <a:p>
            <a:r>
              <a:rPr lang="es-ES" sz="1400" dirty="0"/>
              <a:t>Permitir que las máquinas procesen texto o voz </a:t>
            </a:r>
            <a:r>
              <a:rPr lang="es-ES" sz="1400" b="1" dirty="0"/>
              <a:t>como lo haría un humano</a:t>
            </a:r>
            <a:r>
              <a:rPr lang="es-ES" sz="1400" dirty="0"/>
              <a:t>, entendiendo tanto </a:t>
            </a:r>
            <a:r>
              <a:rPr lang="es-ES" sz="1400" b="1" dirty="0"/>
              <a:t>el significado literal</a:t>
            </a:r>
            <a:r>
              <a:rPr lang="es-ES" sz="1400" dirty="0"/>
              <a:t> como </a:t>
            </a:r>
            <a:r>
              <a:rPr lang="es-ES" sz="1400" b="1" dirty="0"/>
              <a:t>la intención</a:t>
            </a:r>
            <a:r>
              <a:rPr lang="es-ES" sz="1400" dirty="0"/>
              <a:t> detrás de las palabras.</a:t>
            </a:r>
            <a:endParaRPr lang="es-ES" sz="1400" b="1" noProof="1"/>
          </a:p>
        </p:txBody>
      </p:sp>
    </p:spTree>
    <p:extLst>
      <p:ext uri="{BB962C8B-B14F-4D97-AF65-F5344CB8AC3E}">
        <p14:creationId xmlns:p14="http://schemas.microsoft.com/office/powerpoint/2010/main" val="3942861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0A723-CE47-E72D-3351-3150D7CF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DD33CA-AAF8-ADF7-6817-1479D8B7C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2FE43B5-30F6-ED06-B83E-2EAC4573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Aplicaciones del NLP</a:t>
            </a:r>
            <a:endParaRPr lang="es-ES" noProof="1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10DB1E-39AB-C81C-711A-1A41B1FC7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032" y="2132856"/>
            <a:ext cx="8605935" cy="4608512"/>
          </a:xfrm>
        </p:spPr>
        <p:txBody>
          <a:bodyPr>
            <a:normAutofit/>
          </a:bodyPr>
          <a:lstStyle/>
          <a:p>
            <a:r>
              <a:rPr lang="es-ES" sz="1800" dirty="0"/>
              <a:t>El NLP está presente en </a:t>
            </a:r>
            <a:r>
              <a:rPr lang="es-ES" sz="1800" b="1" dirty="0"/>
              <a:t>casi todas las tecnologías modernas</a:t>
            </a:r>
            <a:r>
              <a:rPr lang="es-ES" sz="1800" dirty="0"/>
              <a:t> que interactúan con lenguaje o texto.</a:t>
            </a:r>
          </a:p>
          <a:p>
            <a:pPr marL="320040" lvl="1" indent="0">
              <a:buNone/>
            </a:pPr>
            <a:r>
              <a:rPr lang="es-ES" sz="1600" dirty="0"/>
              <a:t>🗣️ </a:t>
            </a:r>
            <a:r>
              <a:rPr lang="es-ES" sz="1600" b="1" dirty="0"/>
              <a:t>Asistentes virtuales</a:t>
            </a:r>
            <a:r>
              <a:rPr lang="es-ES" sz="1600" dirty="0"/>
              <a:t>: Alexa, Siri, ChatGPT.</a:t>
            </a:r>
          </a:p>
          <a:p>
            <a:pPr marL="320040" lvl="1" indent="0">
              <a:buNone/>
            </a:pPr>
            <a:r>
              <a:rPr lang="es-ES" sz="1600" dirty="0"/>
              <a:t>💌 </a:t>
            </a:r>
            <a:r>
              <a:rPr lang="es-ES" sz="1600" b="1" dirty="0"/>
              <a:t>Filtrado de spam </a:t>
            </a:r>
            <a:r>
              <a:rPr lang="es-ES" sz="1600" dirty="0"/>
              <a:t>en correos electrónicos.</a:t>
            </a:r>
          </a:p>
          <a:p>
            <a:pPr marL="320040" lvl="1" indent="0">
              <a:buNone/>
            </a:pPr>
            <a:r>
              <a:rPr lang="es-ES" sz="1600" dirty="0"/>
              <a:t>📰 </a:t>
            </a:r>
            <a:r>
              <a:rPr lang="es-ES" sz="1600" b="1" dirty="0"/>
              <a:t>Análisis de sentimiento</a:t>
            </a:r>
            <a:r>
              <a:rPr lang="es-ES" sz="1600" dirty="0"/>
              <a:t> en redes sociales.</a:t>
            </a:r>
          </a:p>
          <a:p>
            <a:pPr marL="320040" lvl="1" indent="0">
              <a:buNone/>
            </a:pPr>
            <a:r>
              <a:rPr lang="es-ES" sz="1600" dirty="0"/>
              <a:t>📚 </a:t>
            </a:r>
            <a:r>
              <a:rPr lang="es-ES" sz="1600" b="1" dirty="0"/>
              <a:t>Traducción automática</a:t>
            </a:r>
            <a:r>
              <a:rPr lang="es-ES" sz="1600" dirty="0"/>
              <a:t>: Google Translate, DeepL.</a:t>
            </a:r>
          </a:p>
          <a:p>
            <a:pPr marL="320040" lvl="1" indent="0">
              <a:buNone/>
            </a:pPr>
            <a:r>
              <a:rPr lang="es-ES" sz="1600" dirty="0"/>
              <a:t>🧾 </a:t>
            </a:r>
            <a:r>
              <a:rPr lang="es-ES" sz="1600" b="1" dirty="0"/>
              <a:t>Resumen de textos y noticias</a:t>
            </a:r>
            <a:r>
              <a:rPr lang="es-ES" sz="1600" dirty="0"/>
              <a:t>.</a:t>
            </a:r>
          </a:p>
          <a:p>
            <a:pPr marL="320040" lvl="1" indent="0">
              <a:buNone/>
            </a:pPr>
            <a:r>
              <a:rPr lang="es-ES" sz="1600" dirty="0"/>
              <a:t>🔍 </a:t>
            </a:r>
            <a:r>
              <a:rPr lang="es-ES" sz="1600" b="1" dirty="0"/>
              <a:t>Motores de búsqueda </a:t>
            </a:r>
            <a:r>
              <a:rPr lang="es-ES" sz="1600" dirty="0"/>
              <a:t>que interpretan la intención de la consulta.</a:t>
            </a:r>
          </a:p>
          <a:p>
            <a:pPr marL="320040" lvl="1" indent="0">
              <a:buNone/>
            </a:pPr>
            <a:endParaRPr lang="es-ES" sz="1600" dirty="0"/>
          </a:p>
          <a:p>
            <a:r>
              <a:rPr lang="es-ES" sz="1800" b="1" dirty="0"/>
              <a:t>Impacto actual</a:t>
            </a:r>
          </a:p>
          <a:p>
            <a:pPr lvl="1"/>
            <a:r>
              <a:rPr lang="es-ES" sz="1600" dirty="0"/>
              <a:t>Mejora la interacción humano-máquina.</a:t>
            </a:r>
          </a:p>
          <a:p>
            <a:pPr lvl="1"/>
            <a:r>
              <a:rPr lang="es-ES" sz="1600" dirty="0"/>
              <a:t>Reduce la sobrecarga de información mediante automatización.</a:t>
            </a:r>
          </a:p>
          <a:p>
            <a:pPr lvl="1"/>
            <a:r>
              <a:rPr lang="es-ES" sz="1600" dirty="0"/>
              <a:t>Permite nuevas aplicaciones: </a:t>
            </a:r>
            <a:r>
              <a:rPr lang="es-ES" sz="1600" b="1" dirty="0"/>
              <a:t>chatbots</a:t>
            </a:r>
            <a:r>
              <a:rPr lang="es-ES" sz="1600" dirty="0"/>
              <a:t>, </a:t>
            </a:r>
            <a:r>
              <a:rPr lang="es-ES" sz="1600" b="1" dirty="0"/>
              <a:t>asistentes inteligentes</a:t>
            </a:r>
            <a:r>
              <a:rPr lang="es-ES" sz="1600" dirty="0"/>
              <a:t>, </a:t>
            </a:r>
            <a:r>
              <a:rPr lang="es-ES" sz="1600" b="1" dirty="0"/>
              <a:t>sistemas de recomendación</a:t>
            </a:r>
            <a:r>
              <a:rPr lang="es-ES" sz="1600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266050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1847E-F118-5DD9-FE26-07542C792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94414D-DBC3-D619-75FC-1A82F2434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F8608FC-3AB5-2648-95B9-ECC825D7B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Tareas del NLP</a:t>
            </a:r>
            <a:endParaRPr lang="es-ES" noProof="1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FD3EBCD-E2B8-79BB-D711-AE2DA5B11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032" y="4122000"/>
            <a:ext cx="5040560" cy="1800200"/>
          </a:xfrm>
        </p:spPr>
        <p:txBody>
          <a:bodyPr>
            <a:normAutofit/>
          </a:bodyPr>
          <a:lstStyle/>
          <a:p>
            <a:pPr lvl="1"/>
            <a:r>
              <a:rPr lang="es-ES" sz="1600" dirty="0"/>
              <a:t>Modelos que extraen patrones sin etiquetas.</a:t>
            </a:r>
          </a:p>
          <a:p>
            <a:pPr lvl="2"/>
            <a:r>
              <a:rPr lang="es-ES" sz="1400" b="1" dirty="0"/>
              <a:t>Clustering de documentos</a:t>
            </a:r>
            <a:r>
              <a:rPr lang="es-ES" sz="1400" dirty="0"/>
              <a:t>: agrupar noticias por temática.</a:t>
            </a:r>
          </a:p>
          <a:p>
            <a:pPr lvl="2"/>
            <a:r>
              <a:rPr lang="es-ES" sz="1400" b="1" dirty="0"/>
              <a:t>Topic Modeling</a:t>
            </a:r>
            <a:r>
              <a:rPr lang="es-ES" sz="1400" dirty="0"/>
              <a:t>: descubrir automáticamente los temas más comunes en un corpus.</a:t>
            </a:r>
          </a:p>
          <a:p>
            <a:pPr lvl="2"/>
            <a:r>
              <a:rPr lang="es-ES" sz="1400" b="1" dirty="0"/>
              <a:t>Modelos de lenguaje</a:t>
            </a:r>
            <a:r>
              <a:rPr lang="es-ES" sz="1400" dirty="0"/>
              <a:t>: predecir la siguiente palabra en una secuencia.</a:t>
            </a:r>
          </a:p>
        </p:txBody>
      </p:sp>
      <p:pic>
        <p:nvPicPr>
          <p:cNvPr id="5" name="Imagen 4" descr="Diagrama, Teams&#10;&#10;El contenido generado por IA puede ser incorrecto.">
            <a:extLst>
              <a:ext uri="{FF2B5EF4-FFF2-40B4-BE49-F238E27FC236}">
                <a16:creationId xmlns:a16="http://schemas.microsoft.com/office/drawing/2014/main" id="{79C64160-76A3-ACBB-B71A-6B26E20B1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1" r="3172" b="2991"/>
          <a:stretch>
            <a:fillRect/>
          </a:stretch>
        </p:blipFill>
        <p:spPr>
          <a:xfrm>
            <a:off x="5292079" y="3965154"/>
            <a:ext cx="3582888" cy="2061918"/>
          </a:xfrm>
          <a:prstGeom prst="rect">
            <a:avLst/>
          </a:prstGeom>
        </p:spPr>
      </p:pic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3079BFDD-57DB-6AE6-F867-BD664DCD5FFC}"/>
              </a:ext>
            </a:extLst>
          </p:cNvPr>
          <p:cNvSpPr txBox="1">
            <a:spLocks/>
          </p:cNvSpPr>
          <p:nvPr/>
        </p:nvSpPr>
        <p:spPr>
          <a:xfrm>
            <a:off x="269032" y="1988840"/>
            <a:ext cx="8605935" cy="4901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862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b="1" dirty="0"/>
              <a:t>Tareas supervisadas</a:t>
            </a:r>
          </a:p>
          <a:p>
            <a:pPr lvl="1"/>
            <a:r>
              <a:rPr lang="es-ES" sz="1600" dirty="0"/>
              <a:t>Modelos que aprenden a partir de ejemplos etiquetados.</a:t>
            </a:r>
          </a:p>
          <a:p>
            <a:pPr lvl="2"/>
            <a:r>
              <a:rPr lang="es-ES" sz="1400" b="1" dirty="0"/>
              <a:t>Clasificación de texto</a:t>
            </a:r>
            <a:r>
              <a:rPr lang="es-ES" sz="1400" dirty="0"/>
              <a:t>: spam / no spam, opiniones positivas / negativas.</a:t>
            </a:r>
          </a:p>
          <a:p>
            <a:pPr lvl="2"/>
            <a:r>
              <a:rPr lang="es-ES" sz="1400" b="1" dirty="0"/>
              <a:t>Reconocimiento de entidades (NER)</a:t>
            </a:r>
            <a:r>
              <a:rPr lang="es-ES" sz="1400" dirty="0"/>
              <a:t>: detectar nombres, lugares, organizaciones.</a:t>
            </a:r>
          </a:p>
          <a:p>
            <a:pPr lvl="2"/>
            <a:r>
              <a:rPr lang="es-ES" sz="1400" b="1" dirty="0"/>
              <a:t>Traducción automática supervisada</a:t>
            </a:r>
            <a:r>
              <a:rPr lang="es-ES" sz="1400" dirty="0"/>
              <a:t>: inglés → español.</a:t>
            </a:r>
          </a:p>
          <a:p>
            <a:pPr lvl="2"/>
            <a:r>
              <a:rPr lang="es-ES" sz="1400" b="1" dirty="0"/>
              <a:t>Análisis de sentimiento</a:t>
            </a:r>
            <a:r>
              <a:rPr lang="es-ES" sz="1400" dirty="0"/>
              <a:t>: determinar la emoción o tono de un texto.</a:t>
            </a:r>
          </a:p>
          <a:p>
            <a:pPr marL="38862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b="1" dirty="0"/>
              <a:t>Tareas no supervisadas</a:t>
            </a:r>
          </a:p>
        </p:txBody>
      </p:sp>
      <p:sp>
        <p:nvSpPr>
          <p:cNvPr id="8" name="Marcador de contenido 5">
            <a:extLst>
              <a:ext uri="{FF2B5EF4-FFF2-40B4-BE49-F238E27FC236}">
                <a16:creationId xmlns:a16="http://schemas.microsoft.com/office/drawing/2014/main" id="{6A64627D-5A3F-1709-B6B5-6CCE0714D999}"/>
              </a:ext>
            </a:extLst>
          </p:cNvPr>
          <p:cNvSpPr txBox="1">
            <a:spLocks/>
          </p:cNvSpPr>
          <p:nvPr/>
        </p:nvSpPr>
        <p:spPr>
          <a:xfrm>
            <a:off x="269032" y="6131944"/>
            <a:ext cx="8588422" cy="620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/>
              <a:t>El gran desafío del NLP es que el </a:t>
            </a:r>
            <a:r>
              <a:rPr lang="es-ES" sz="1600" b="1" dirty="0"/>
              <a:t>significado depende del contexto</a:t>
            </a:r>
            <a:r>
              <a:rPr lang="es-ES" sz="1600" dirty="0"/>
              <a:t>:</a:t>
            </a:r>
          </a:p>
          <a:p>
            <a:pPr lvl="1"/>
            <a:r>
              <a:rPr lang="es-ES" sz="1400" i="1" dirty="0"/>
              <a:t>“El banco está cerrado” </a:t>
            </a:r>
            <a:r>
              <a:rPr lang="es-ES" sz="1400" dirty="0"/>
              <a:t>→ ¿Institución financiera o asiento en el parque?</a:t>
            </a:r>
            <a:endParaRPr lang="es-ES" sz="1300" dirty="0"/>
          </a:p>
        </p:txBody>
      </p:sp>
    </p:spTree>
    <p:extLst>
      <p:ext uri="{BB962C8B-B14F-4D97-AF65-F5344CB8AC3E}">
        <p14:creationId xmlns:p14="http://schemas.microsoft.com/office/powerpoint/2010/main" val="4069017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92DC8-E03B-BF42-9C95-09BDA8F7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C049A1B-A94B-DE58-E244-8BFD689F9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5CD3556-BE13-3F73-1FE6-429A48073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Breve historia del NLP</a:t>
            </a:r>
            <a:endParaRPr lang="es-ES" noProof="1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3E47C3-3D6D-1D63-399E-0474F624C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032" y="2060848"/>
            <a:ext cx="8605935" cy="4680520"/>
          </a:xfrm>
        </p:spPr>
        <p:txBody>
          <a:bodyPr>
            <a:normAutofit/>
          </a:bodyPr>
          <a:lstStyle/>
          <a:p>
            <a:r>
              <a:rPr lang="es-ES" sz="1600" dirty="0"/>
              <a:t>El campo del NLP ha evolucionado </a:t>
            </a:r>
            <a:r>
              <a:rPr lang="es-ES" sz="1600" b="1" dirty="0"/>
              <a:t>desde reglas lingüísticas simples hasta modelos de lenguaje masivos</a:t>
            </a:r>
            <a:r>
              <a:rPr lang="es-ES" sz="1600" dirty="0"/>
              <a:t> que pueden generar texto coherente.</a:t>
            </a:r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pPr>
              <a:lnSpc>
                <a:spcPct val="150000"/>
              </a:lnSpc>
            </a:pPr>
            <a:r>
              <a:rPr lang="es-ES" sz="1600" b="1" dirty="0"/>
              <a:t>Revolución Transformer (2017)</a:t>
            </a:r>
          </a:p>
          <a:p>
            <a:r>
              <a:rPr lang="es-ES" sz="1400" dirty="0"/>
              <a:t>El paper </a:t>
            </a:r>
            <a:r>
              <a:rPr lang="es-ES" sz="1400" b="1" dirty="0"/>
              <a:t>“Attention is All You Need” </a:t>
            </a:r>
            <a:r>
              <a:rPr lang="es-ES" sz="1400" dirty="0"/>
              <a:t>de Vaswani et al. cambió el paradigma:</a:t>
            </a:r>
          </a:p>
          <a:p>
            <a:pPr lvl="2"/>
            <a:r>
              <a:rPr lang="es-ES" sz="1400" dirty="0"/>
              <a:t>Reemplazó las RNN por </a:t>
            </a:r>
            <a:r>
              <a:rPr lang="es-ES" sz="1400" b="1" dirty="0"/>
              <a:t>mecanismos de atención paralelizables</a:t>
            </a:r>
            <a:r>
              <a:rPr lang="es-ES" sz="1400" dirty="0"/>
              <a:t>.</a:t>
            </a:r>
          </a:p>
          <a:p>
            <a:pPr lvl="2"/>
            <a:r>
              <a:rPr lang="es-ES" sz="1400" dirty="0"/>
              <a:t>Permitió entrenar modelos enormes con millones de parámetros.</a:t>
            </a:r>
          </a:p>
          <a:p>
            <a:pPr lvl="2"/>
            <a:r>
              <a:rPr lang="es-ES" sz="1400" dirty="0"/>
              <a:t>Dio origen a los </a:t>
            </a:r>
            <a:r>
              <a:rPr lang="es-ES" sz="1400" b="1" dirty="0"/>
              <a:t>LLMs (Large Language Models)</a:t>
            </a:r>
            <a:r>
              <a:rPr lang="es-ES" sz="1400" dirty="0"/>
              <a:t>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C6944CC-B826-6FC3-3CE2-27E97C178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311598"/>
              </p:ext>
            </p:extLst>
          </p:nvPr>
        </p:nvGraphicFramePr>
        <p:xfrm>
          <a:off x="269032" y="2780928"/>
          <a:ext cx="8588421" cy="23762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66664">
                  <a:extLst>
                    <a:ext uri="{9D8B030D-6E8A-4147-A177-3AD203B41FA5}">
                      <a16:colId xmlns:a16="http://schemas.microsoft.com/office/drawing/2014/main" val="2747595628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1278378503"/>
                    </a:ext>
                  </a:extLst>
                </a:gridCol>
                <a:gridCol w="4141437">
                  <a:extLst>
                    <a:ext uri="{9D8B030D-6E8A-4147-A177-3AD203B41FA5}">
                      <a16:colId xmlns:a16="http://schemas.microsoft.com/office/drawing/2014/main" val="4155356852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Época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Enfoque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Ejemplo / Característica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693230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1950 – 1980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Reglas lingüísticas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Traducción automática basada en gramática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791247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1980 – 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Estadístico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Modelos de Markov, Naïve Bayes, n-gramas</a:t>
                      </a:r>
                      <a:endParaRPr lang="es-E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7329658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2000 – 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Machine Learning clásico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SVM, Árboles de decisión aplicados a texto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000069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2010 – 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Deep Learning y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Word2Vec, GloVe, RNN, LSTM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53053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2018 – Hoy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Transformers y LLMs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BERT, GPT, T5, ChatGPT, LLaMA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785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170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AFA55-03E7-F828-D690-D4C95201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DA8EE096-7F2A-119F-2DD9-DA23C6439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6085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Antes de entrenar cualquier modelo de NLP, el texto debe limpiarse y normalizarse.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dirty="0"/>
              <a:t>El lenguaje humano es </a:t>
            </a:r>
            <a:r>
              <a:rPr lang="es-ES" sz="1600" b="1" dirty="0"/>
              <a:t>ruidoso</a:t>
            </a:r>
            <a:r>
              <a:rPr lang="es-ES" sz="1600" dirty="0"/>
              <a:t>, y los algoritmos necesitan </a:t>
            </a:r>
            <a:r>
              <a:rPr lang="es-ES" sz="1600" b="1" dirty="0"/>
              <a:t>datos consistentes</a:t>
            </a:r>
            <a:r>
              <a:rPr lang="es-ES" sz="1600" dirty="0"/>
              <a:t>.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600" b="1" dirty="0"/>
              <a:t>Convertir a minúsculas:</a:t>
            </a:r>
          </a:p>
          <a:p>
            <a:pPr lvl="2"/>
            <a:r>
              <a:rPr lang="es-ES" sz="1400" dirty="0"/>
              <a:t>“Hola Mundo” → “hola mundo”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600" b="1" dirty="0"/>
              <a:t>Eliminar puntuación y caracteres especiales:</a:t>
            </a:r>
          </a:p>
          <a:p>
            <a:pPr lvl="2"/>
            <a:r>
              <a:rPr lang="es-ES" sz="1400" dirty="0"/>
              <a:t>“¡Hola, mundo!!!” → “hola mundo”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600" b="1" dirty="0"/>
              <a:t>Quitar acentos y tildes:</a:t>
            </a:r>
          </a:p>
          <a:p>
            <a:pPr lvl="2"/>
            <a:r>
              <a:rPr lang="es-ES" sz="1400" dirty="0"/>
              <a:t>“canción” → “</a:t>
            </a:r>
            <a:r>
              <a:rPr lang="es-ES" sz="1400" dirty="0" err="1"/>
              <a:t>cancion</a:t>
            </a:r>
            <a:r>
              <a:rPr lang="es-ES" sz="1400" dirty="0"/>
              <a:t>”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600" b="1" dirty="0"/>
              <a:t>Eliminar espacios repetidos:</a:t>
            </a:r>
          </a:p>
          <a:p>
            <a:pPr lvl="2"/>
            <a:r>
              <a:rPr lang="es-ES" sz="1400" dirty="0"/>
              <a:t>“hola   mundo” → “hola mundo”</a:t>
            </a:r>
            <a:endParaRPr lang="es-ES" sz="1400" b="1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8A79832-48BE-278D-A73C-632695D48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82D7380-538B-3906-0266-9CA899ED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Normalización del texto (Text Cleaning)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3C53E3-5D69-C954-A0D0-8704718F3411}"/>
              </a:ext>
            </a:extLst>
          </p:cNvPr>
          <p:cNvSpPr txBox="1"/>
          <p:nvPr/>
        </p:nvSpPr>
        <p:spPr>
          <a:xfrm>
            <a:off x="269032" y="5229200"/>
            <a:ext cx="8570908" cy="138499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400" noProof="1">
                <a:solidFill>
                  <a:schemeClr val="bg1"/>
                </a:solidFill>
                <a:latin typeface="Consolas" panose="020B0609020204030204" pitchFamily="49" charset="0"/>
              </a:rPr>
              <a:t> re</a:t>
            </a:r>
          </a:p>
          <a:p>
            <a:endParaRPr lang="es-ES" sz="14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400" noProof="1">
                <a:solidFill>
                  <a:schemeClr val="bg1"/>
                </a:solidFill>
                <a:latin typeface="Consolas" panose="020B0609020204030204" pitchFamily="49" charset="0"/>
              </a:rPr>
              <a:t>texto = "¡Hola, Mundo!!! Qué día más bonito..."</a:t>
            </a:r>
          </a:p>
          <a:p>
            <a:r>
              <a:rPr lang="es-ES" sz="1400" noProof="1">
                <a:solidFill>
                  <a:schemeClr val="bg1"/>
                </a:solidFill>
                <a:latin typeface="Consolas" panose="020B0609020204030204" pitchFamily="49" charset="0"/>
              </a:rPr>
              <a:t>texto_limpio = re.sub(</a:t>
            </a:r>
            <a:r>
              <a:rPr lang="es-ES" sz="1400" noProof="1">
                <a:solidFill>
                  <a:srgbClr val="00B050"/>
                </a:solidFill>
                <a:latin typeface="Consolas" panose="020B0609020204030204" pitchFamily="49" charset="0"/>
              </a:rPr>
              <a:t>r"[^a-zA-ZáéíóúÁÉÍÓÚñÑ ]"</a:t>
            </a:r>
            <a:r>
              <a:rPr lang="es-ES" sz="1400" noProof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s-ES" sz="1400" noProof="1">
                <a:solidFill>
                  <a:srgbClr val="00B050"/>
                </a:solidFill>
                <a:latin typeface="Consolas" panose="020B0609020204030204" pitchFamily="49" charset="0"/>
              </a:rPr>
              <a:t>""</a:t>
            </a:r>
            <a:r>
              <a:rPr lang="es-ES" sz="1400" noProof="1">
                <a:solidFill>
                  <a:schemeClr val="bg1"/>
                </a:solidFill>
                <a:latin typeface="Consolas" panose="020B0609020204030204" pitchFamily="49" charset="0"/>
              </a:rPr>
              <a:t>, texto.lower())</a:t>
            </a:r>
          </a:p>
          <a:p>
            <a:r>
              <a:rPr lang="es-ES" sz="1400" noProof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ES" sz="1400" noProof="1">
                <a:solidFill>
                  <a:schemeClr val="bg1"/>
                </a:solidFill>
                <a:latin typeface="Consolas" panose="020B0609020204030204" pitchFamily="49" charset="0"/>
              </a:rPr>
              <a:t>(texto_limpio)</a:t>
            </a:r>
          </a:p>
          <a:p>
            <a:r>
              <a:rPr lang="es-ES" sz="14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salida → "hola mundo qué día más bonito"</a:t>
            </a:r>
          </a:p>
        </p:txBody>
      </p:sp>
    </p:spTree>
    <p:extLst>
      <p:ext uri="{BB962C8B-B14F-4D97-AF65-F5344CB8AC3E}">
        <p14:creationId xmlns:p14="http://schemas.microsoft.com/office/powerpoint/2010/main" val="2172791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8F86C-0B51-594F-2FF8-E4A7225A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7366718D-4E61-3953-24A0-14738BF90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6085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Muchas veces, los datos de NLP </a:t>
            </a:r>
            <a:r>
              <a:rPr lang="es-ES" sz="1600" b="1" dirty="0"/>
              <a:t>no vienen listos</a:t>
            </a:r>
            <a:r>
              <a:rPr lang="es-ES" sz="1600" dirty="0"/>
              <a:t>: hay que extraerlos de la web.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Para ello usamos herramientas como </a:t>
            </a:r>
            <a:r>
              <a:rPr lang="es-ES" sz="1600" b="1" dirty="0"/>
              <a:t>BeautifulSoup</a:t>
            </a:r>
            <a:r>
              <a:rPr lang="es-ES" sz="1600" dirty="0"/>
              <a:t> o </a:t>
            </a:r>
            <a:r>
              <a:rPr lang="es-ES" sz="1600" b="1" dirty="0"/>
              <a:t>Scrapy</a:t>
            </a:r>
            <a:r>
              <a:rPr lang="es-ES" sz="16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b="1" dirty="0"/>
              <a:t>¿Qué es el web scraping?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dirty="0"/>
              <a:t>Es la técnica que permite </a:t>
            </a:r>
            <a:r>
              <a:rPr lang="es-ES" sz="1600" b="1" dirty="0"/>
              <a:t>recoger información textual de páginas web</a:t>
            </a:r>
            <a:r>
              <a:rPr lang="es-ES" sz="1600" dirty="0"/>
              <a:t>, por ejemplo: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s-ES" sz="1400" dirty="0"/>
              <a:t>Noticias o artículos.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s-ES" sz="1400" dirty="0"/>
              <a:t>Opiniones de usuarios.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s-ES" sz="1400" dirty="0"/>
              <a:t>Comentarios o reseñas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EB6A24D-05B4-9484-8875-25356A92B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768627-285C-E331-80B0-C91173FC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Extracción de texto (Web Scraping)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EFE6AD-3ED5-3400-E0C9-F9E44D1E334F}"/>
              </a:ext>
            </a:extLst>
          </p:cNvPr>
          <p:cNvSpPr txBox="1"/>
          <p:nvPr/>
        </p:nvSpPr>
        <p:spPr>
          <a:xfrm>
            <a:off x="269032" y="4437112"/>
            <a:ext cx="8570908" cy="20928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bs4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BeautifulSoup</a:t>
            </a:r>
          </a:p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requests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url =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"https://es.wikipedia.org/wiki/Inteligencia_artificial"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html = requests.get(url).text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soup = BeautifulSoup(html,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"html.parser"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Extraer todos los párrafos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parrafos = [p.text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for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p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in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soup.find_all(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"p"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s-ES" sz="1300" noProof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(parrafos[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0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094952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A0403-3851-E9B0-DC08-721D63A8C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7E6622D-9F2C-757F-836E-FE44D7606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060848"/>
            <a:ext cx="8605935" cy="47525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Una vez limpio el texto, el siguiente paso es </a:t>
            </a:r>
            <a:r>
              <a:rPr lang="es-ES" sz="1600" b="1" dirty="0"/>
              <a:t>dividirlo en unidades más pequeñas </a:t>
            </a:r>
            <a:r>
              <a:rPr lang="es-ES" sz="1600" dirty="0"/>
              <a:t>llamadas </a:t>
            </a:r>
            <a:r>
              <a:rPr lang="es-ES" sz="1600" b="1" dirty="0"/>
              <a:t>tokens</a:t>
            </a:r>
            <a:r>
              <a:rPr lang="es-ES" sz="16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Los modelos no entienden texto continuo: necesitan </a:t>
            </a:r>
            <a:r>
              <a:rPr lang="es-ES" sz="1600" b="1" dirty="0"/>
              <a:t>fragmentarlo</a:t>
            </a:r>
            <a:r>
              <a:rPr lang="es-ES" sz="1600" dirty="0"/>
              <a:t> para analizarlo.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b="1" dirty="0"/>
              <a:t>¿Qué es un token?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400" dirty="0"/>
              <a:t>Un </a:t>
            </a:r>
            <a:r>
              <a:rPr lang="es-ES" sz="1400" b="1" dirty="0"/>
              <a:t>token</a:t>
            </a:r>
            <a:r>
              <a:rPr lang="es-ES" sz="1400" dirty="0"/>
              <a:t> es una unidad significativa de texto. Dependiendo del análisis, puede ser</a:t>
            </a:r>
            <a:r>
              <a:rPr lang="es-ES" sz="16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Una </a:t>
            </a:r>
            <a:r>
              <a:rPr lang="es-ES" sz="1400" b="1" dirty="0"/>
              <a:t>palabra</a:t>
            </a:r>
            <a:r>
              <a:rPr lang="es-ES" sz="1400" dirty="0"/>
              <a:t> → </a:t>
            </a:r>
            <a:r>
              <a:rPr lang="es-ES" sz="1400" dirty="0">
                <a:highlight>
                  <a:srgbClr val="C0C0C0"/>
                </a:highlight>
                <a:latin typeface="Consolas" panose="020B0609020204030204" pitchFamily="49" charset="0"/>
              </a:rPr>
              <a:t>“El gato duerme”</a:t>
            </a:r>
            <a:r>
              <a:rPr lang="es-ES" sz="1400" dirty="0"/>
              <a:t> → </a:t>
            </a:r>
            <a:r>
              <a:rPr lang="es-ES" sz="1400" dirty="0">
                <a:highlight>
                  <a:srgbClr val="C0C0C0"/>
                </a:highlight>
                <a:latin typeface="Consolas" panose="020B0609020204030204" pitchFamily="49" charset="0"/>
              </a:rPr>
              <a:t>["El", "gato", "duerme"]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Un </a:t>
            </a:r>
            <a:r>
              <a:rPr lang="es-ES" sz="1400" b="1" dirty="0"/>
              <a:t>carácter</a:t>
            </a:r>
            <a:r>
              <a:rPr lang="es-ES" sz="1400" dirty="0"/>
              <a:t> → </a:t>
            </a:r>
            <a:r>
              <a:rPr lang="es-ES" sz="1400" dirty="0">
                <a:highlight>
                  <a:srgbClr val="C0C0C0"/>
                </a:highlight>
                <a:latin typeface="Consolas" panose="020B0609020204030204" pitchFamily="49" charset="0"/>
              </a:rPr>
              <a:t>"Hola"</a:t>
            </a:r>
            <a:r>
              <a:rPr lang="es-ES" sz="1400" dirty="0"/>
              <a:t> → </a:t>
            </a:r>
            <a:r>
              <a:rPr lang="es-ES" sz="1400" dirty="0">
                <a:highlight>
                  <a:srgbClr val="C0C0C0"/>
                </a:highlight>
                <a:latin typeface="Consolas" panose="020B0609020204030204" pitchFamily="49" charset="0"/>
              </a:rPr>
              <a:t>["H", "o", "l", "a"]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Un </a:t>
            </a:r>
            <a:r>
              <a:rPr lang="es-ES" sz="1400" b="1" dirty="0"/>
              <a:t>n-grama</a:t>
            </a:r>
            <a:r>
              <a:rPr lang="es-ES" sz="1400" dirty="0"/>
              <a:t> (grupos de n palabras) → </a:t>
            </a:r>
            <a:r>
              <a:rPr lang="es-ES" sz="1400" dirty="0">
                <a:highlight>
                  <a:srgbClr val="C0C0C0"/>
                </a:highlight>
                <a:latin typeface="Consolas" panose="020B0609020204030204" pitchFamily="49" charset="0"/>
              </a:rPr>
              <a:t>“El gato”</a:t>
            </a:r>
            <a:r>
              <a:rPr lang="es-ES" sz="1400" dirty="0"/>
              <a:t> (bigrama), </a:t>
            </a:r>
            <a:r>
              <a:rPr lang="es-ES" sz="1400" dirty="0">
                <a:highlight>
                  <a:srgbClr val="C0C0C0"/>
                </a:highlight>
                <a:latin typeface="Consolas" panose="020B0609020204030204" pitchFamily="49" charset="0"/>
              </a:rPr>
              <a:t>“El gato duerme”</a:t>
            </a:r>
            <a:r>
              <a:rPr lang="es-ES" sz="1400" dirty="0"/>
              <a:t> (trigrama)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s-ES" sz="1600" b="1" dirty="0"/>
              <a:t>Importancia: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La tokenización convierte el texto en una lista estructurada.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Es el primer paso antes de la vectorización o el uso de embeddings.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D3535F-03D2-7A01-0C49-F8D34FF04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070D86E-1A11-1092-711F-9C430D65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Tokenización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27CA026-A073-160E-9A2E-3957C16F19E4}"/>
              </a:ext>
            </a:extLst>
          </p:cNvPr>
          <p:cNvSpPr txBox="1"/>
          <p:nvPr/>
        </p:nvSpPr>
        <p:spPr>
          <a:xfrm>
            <a:off x="251519" y="4509120"/>
            <a:ext cx="8570908" cy="1292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nltk.tokenize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word_tokenize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texto =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"El NLP permite que las máquinas comprendan el lenguaje humano."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tokens = word_tokenize(texto.lower())</a:t>
            </a:r>
          </a:p>
          <a:p>
            <a:r>
              <a:rPr lang="es-ES" sz="1300" noProof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(tokens)</a:t>
            </a:r>
          </a:p>
          <a:p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['el','nlp','permite','que','las','máquinas','comprendan','el','lenguaje','humano','.']</a:t>
            </a:r>
            <a:endParaRPr lang="es-ES" sz="1300" noProof="1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229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F8BE2-568D-24D7-59DE-43A6C262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8FF7E4B-D6E4-2B6E-A559-22C6E2DF8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060848"/>
            <a:ext cx="8605935" cy="46805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Los textos están llenos de </a:t>
            </a:r>
            <a:r>
              <a:rPr lang="es-ES" sz="1600" b="1" dirty="0"/>
              <a:t>palabras muy frecuentes, pero poco informativas</a:t>
            </a:r>
            <a:r>
              <a:rPr lang="es-ES" sz="1600" dirty="0"/>
              <a:t>, como </a:t>
            </a:r>
            <a:r>
              <a:rPr lang="es-ES" sz="1600" i="1" dirty="0"/>
              <a:t>“el”</a:t>
            </a:r>
            <a:r>
              <a:rPr lang="es-ES" sz="1600" dirty="0"/>
              <a:t>, </a:t>
            </a:r>
            <a:r>
              <a:rPr lang="es-ES" sz="1600" i="1" dirty="0"/>
              <a:t>“de”</a:t>
            </a:r>
            <a:r>
              <a:rPr lang="es-ES" sz="1600" dirty="0"/>
              <a:t>, </a:t>
            </a:r>
            <a:r>
              <a:rPr lang="es-ES" sz="1600" i="1" dirty="0"/>
              <a:t>“y”</a:t>
            </a:r>
            <a:r>
              <a:rPr lang="es-ES" sz="1600" dirty="0"/>
              <a:t>, </a:t>
            </a:r>
            <a:r>
              <a:rPr lang="es-ES" sz="1600" i="1" dirty="0"/>
              <a:t>“en”</a:t>
            </a:r>
            <a:r>
              <a:rPr lang="es-ES" sz="16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Estas palabras no aportan significado semántico relevante para la mayoría de tareas.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b="1" dirty="0"/>
              <a:t>Qué son las stopwords</a:t>
            </a:r>
            <a:r>
              <a:rPr lang="es-ES" sz="1600" dirty="0"/>
              <a:t>:</a:t>
            </a:r>
            <a:endParaRPr lang="es-ES" sz="16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Palabras comunes que se </a:t>
            </a:r>
            <a:r>
              <a:rPr lang="es-ES" sz="1400" b="1" dirty="0"/>
              <a:t>eliminan</a:t>
            </a:r>
            <a:r>
              <a:rPr lang="es-ES" sz="1400" dirty="0"/>
              <a:t> durante el </a:t>
            </a:r>
            <a:r>
              <a:rPr lang="es-ES" sz="1400" b="1" dirty="0"/>
              <a:t>preprocesamiento</a:t>
            </a:r>
            <a:r>
              <a:rPr lang="es-ES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Permiten </a:t>
            </a:r>
            <a:r>
              <a:rPr lang="es-ES" sz="1400" b="1" dirty="0"/>
              <a:t>reducir ruido</a:t>
            </a:r>
            <a:r>
              <a:rPr lang="es-ES" sz="1400" dirty="0"/>
              <a:t> y </a:t>
            </a:r>
            <a:r>
              <a:rPr lang="es-ES" sz="1400" b="1" dirty="0"/>
              <a:t>mejorar la eficiencia </a:t>
            </a:r>
            <a:r>
              <a:rPr lang="es-ES" sz="1400" dirty="0"/>
              <a:t>del modelo.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Las listas </a:t>
            </a:r>
            <a:r>
              <a:rPr lang="es-ES" sz="1400" b="1" dirty="0"/>
              <a:t>dependen del idioma </a:t>
            </a:r>
            <a:r>
              <a:rPr lang="es-ES" sz="1400" dirty="0"/>
              <a:t>(NLTK, spaCy, scikit-learn).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D1683F-2D1B-C258-A029-0D8512FB3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20092A9-8546-D70A-B78D-3651CE780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Eliminación de Stopwords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F1D3C20-8F42-552B-696D-25BABE5F9F7A}"/>
              </a:ext>
            </a:extLst>
          </p:cNvPr>
          <p:cNvSpPr txBox="1"/>
          <p:nvPr/>
        </p:nvSpPr>
        <p:spPr>
          <a:xfrm>
            <a:off x="262866" y="4229301"/>
            <a:ext cx="8570908" cy="18928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nltk.corpus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stopwords</a:t>
            </a:r>
          </a:p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nltk.tokenize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word_tokenize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texto =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"El análisis de texto es una parte esencial del NLP moderno."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tokens = word_tokenize(texto.lower())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tokens_filtrados = [t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for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in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tokens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if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not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in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stopwords.words(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"spanish"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s-ES" sz="1300" noProof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(tokens_filtrados)</a:t>
            </a:r>
          </a:p>
          <a:p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['análisis', 'texto', 'parte', 'esencial', 'nlp', 'moderno', '.']</a:t>
            </a:r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2D1FAE6D-40F3-EF15-743D-9DB9BF00806F}"/>
              </a:ext>
            </a:extLst>
          </p:cNvPr>
          <p:cNvSpPr txBox="1">
            <a:spLocks/>
          </p:cNvSpPr>
          <p:nvPr/>
        </p:nvSpPr>
        <p:spPr>
          <a:xfrm>
            <a:off x="245352" y="6220800"/>
            <a:ext cx="8605935" cy="547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s-ES" sz="1400" b="1" dirty="0"/>
              <a:t>Cuándo no eliminarlas</a:t>
            </a:r>
            <a:r>
              <a:rPr lang="es-ES" sz="1400" dirty="0"/>
              <a:t>:</a:t>
            </a:r>
            <a:endParaRPr lang="es-ES" sz="14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200" dirty="0"/>
              <a:t>En tareas como modelado de lenguaje o traducción automática, las stopwords pueden tener valor contextual.</a:t>
            </a:r>
          </a:p>
        </p:txBody>
      </p:sp>
    </p:spTree>
    <p:extLst>
      <p:ext uri="{BB962C8B-B14F-4D97-AF65-F5344CB8AC3E}">
        <p14:creationId xmlns:p14="http://schemas.microsoft.com/office/powerpoint/2010/main" val="3740638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109F-9676-CE81-BED5-C7F301162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92D8FBC-0209-551E-F65C-88CB4C0BA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060848"/>
            <a:ext cx="8605935" cy="47525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Los modelos de Machine Learning no entienden palabras, </a:t>
            </a:r>
            <a:r>
              <a:rPr lang="es-ES" sz="1600" b="1" dirty="0"/>
              <a:t>solo números</a:t>
            </a:r>
            <a:r>
              <a:rPr lang="es-ES" sz="16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La vectorización transforma el texto en </a:t>
            </a:r>
            <a:r>
              <a:rPr lang="es-ES" sz="1600" b="1" dirty="0"/>
              <a:t>representaciones numéricas </a:t>
            </a:r>
            <a:r>
              <a:rPr lang="es-ES" sz="1600" dirty="0"/>
              <a:t>que los algoritmos pueden procesar.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El modelo </a:t>
            </a:r>
            <a:r>
              <a:rPr lang="es-ES" sz="1600" b="1" dirty="0"/>
              <a:t>Bag of Words </a:t>
            </a:r>
            <a:r>
              <a:rPr lang="es-ES" sz="1600" dirty="0"/>
              <a:t>convierte un texto en un vector de frecuencias: cuenta cuántas veces aparece cada palabra, sin importar el orden.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s-ES" sz="1600" b="1" dirty="0"/>
              <a:t>Limitaciones</a:t>
            </a:r>
            <a:r>
              <a:rPr lang="es-ES" sz="1600" dirty="0"/>
              <a:t>:</a:t>
            </a:r>
            <a:endParaRPr lang="es-ES" sz="16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No considera el </a:t>
            </a:r>
            <a:r>
              <a:rPr lang="es-ES" sz="1400" b="1" dirty="0"/>
              <a:t>orden</a:t>
            </a:r>
            <a:r>
              <a:rPr lang="es-ES" sz="1400" dirty="0"/>
              <a:t> ni el </a:t>
            </a:r>
            <a:r>
              <a:rPr lang="es-ES" sz="1400" b="1" dirty="0"/>
              <a:t>contexto</a:t>
            </a:r>
            <a:r>
              <a:rPr lang="es-ES" sz="1400" dirty="0"/>
              <a:t> de las palabras.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Palabras sinónimas o relacionadas aparecen </a:t>
            </a:r>
            <a:r>
              <a:rPr lang="es-ES" sz="1400" b="1" dirty="0"/>
              <a:t>como</a:t>
            </a:r>
            <a:r>
              <a:rPr lang="es-ES" sz="1400" dirty="0"/>
              <a:t> </a:t>
            </a:r>
            <a:r>
              <a:rPr lang="es-ES" sz="1400" b="1" dirty="0"/>
              <a:t>independientes</a:t>
            </a:r>
            <a:r>
              <a:rPr lang="es-ES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Produce vectores </a:t>
            </a:r>
            <a:r>
              <a:rPr lang="es-ES" sz="1400" b="1" dirty="0"/>
              <a:t>grandes y dispersos</a:t>
            </a:r>
            <a:r>
              <a:rPr lang="es-ES" sz="1400" dirty="0"/>
              <a:t>.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E117F0-602B-23B2-549F-45086AB5A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3353D74-ABF9-DD05-A6A4-B379E4A41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Vectorización básica: Bag of Words (BoW)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B28AF1-5802-FA93-D33D-D03EC383E4FA}"/>
              </a:ext>
            </a:extLst>
          </p:cNvPr>
          <p:cNvSpPr txBox="1"/>
          <p:nvPr/>
        </p:nvSpPr>
        <p:spPr>
          <a:xfrm>
            <a:off x="286546" y="3528000"/>
            <a:ext cx="8570908" cy="18928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sklearn.feature_extraction.text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CountVectorizer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corpus = [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"El gato duerme"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"El perro ladra"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vectorizer = CountVectorizer()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X = vectorizer.fit_transform(corpus)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(vectorizer.get_feature_names_out()) </a:t>
            </a:r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['duerme' 'el' 'gato' 'ladra' 'perro']</a:t>
            </a:r>
          </a:p>
          <a:p>
            <a:r>
              <a:rPr lang="es-ES" sz="1300" noProof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(X.toarray())                        </a:t>
            </a:r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[[1 1 1 0 0]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                                      </a:t>
            </a:r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 [0 1 0 1 1]]</a:t>
            </a:r>
          </a:p>
        </p:txBody>
      </p:sp>
    </p:spTree>
    <p:extLst>
      <p:ext uri="{BB962C8B-B14F-4D97-AF65-F5344CB8AC3E}">
        <p14:creationId xmlns:p14="http://schemas.microsoft.com/office/powerpoint/2010/main" val="2758490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4FACF-A624-4CF8-876A-5EFA23595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FE3D978D-1CE3-6295-557A-ED8AA361F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6910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Para evitar que las palabras más comunes (“el”, “de”, “y”) dominen los textos, se usa el modelo </a:t>
            </a:r>
            <a:r>
              <a:rPr lang="es-ES" sz="1600" b="1" dirty="0"/>
              <a:t>TF–IDF</a:t>
            </a:r>
            <a:r>
              <a:rPr lang="es-ES" sz="16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Este modelo </a:t>
            </a:r>
            <a:r>
              <a:rPr lang="es-ES" sz="1600" b="1" dirty="0"/>
              <a:t>pondera la importancia de cada palabra </a:t>
            </a:r>
            <a:r>
              <a:rPr lang="es-ES" sz="1600" dirty="0"/>
              <a:t>en función de cuán representativa es para un documento.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400" dirty="0"/>
              <a:t>El valor TF–IDF mide </a:t>
            </a:r>
            <a:r>
              <a:rPr lang="es-ES" sz="1400" b="1" dirty="0"/>
              <a:t>dos</a:t>
            </a:r>
            <a:r>
              <a:rPr lang="es-ES" sz="1400" dirty="0"/>
              <a:t> </a:t>
            </a:r>
            <a:r>
              <a:rPr lang="es-ES" sz="1400" b="1" dirty="0"/>
              <a:t>factores</a:t>
            </a:r>
            <a:r>
              <a:rPr lang="es-ES" sz="14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b="1" dirty="0"/>
              <a:t>TF (Term Frequency)</a:t>
            </a:r>
            <a:r>
              <a:rPr lang="es-ES" sz="1400" dirty="0"/>
              <a:t>: Cuántas veces aparece una palabra en un documento.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b="1" dirty="0"/>
              <a:t>IDF (Inverse Document Frequency)</a:t>
            </a:r>
            <a:r>
              <a:rPr lang="es-ES" sz="1400" dirty="0"/>
              <a:t>: Cuán rara es esa palabra en el conjunto total de documentos.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b="1" dirty="0"/>
              <a:t>Ventajas</a:t>
            </a:r>
            <a:r>
              <a:rPr lang="es-ES" sz="1600" dirty="0"/>
              <a:t>:</a:t>
            </a:r>
            <a:endParaRPr lang="es-ES" sz="1600" b="1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s-ES" sz="1400" dirty="0"/>
              <a:t>Reduce el peso de palabras muy comunes.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s-ES" sz="1400" dirty="0"/>
              <a:t>Aumenta la importancia de términos discriminativos.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s-ES" sz="1400" dirty="0"/>
              <a:t>Mejor rendimiento en clasificación de texto y búsqueda de información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E54C73-B8FE-B7DC-983E-8BEF0AF50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339B10F-863E-9320-6179-B8C2515EA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TF–IDF (Term Frequency–Inverse Document Frequency)</a:t>
            </a:r>
            <a:endParaRPr lang="es-ES" sz="2600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39526A-CBD6-461B-9E42-E0562840FDDC}"/>
              </a:ext>
            </a:extLst>
          </p:cNvPr>
          <p:cNvSpPr txBox="1"/>
          <p:nvPr/>
        </p:nvSpPr>
        <p:spPr>
          <a:xfrm>
            <a:off x="266384" y="4221088"/>
            <a:ext cx="8570908" cy="10926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sklearn.feature_extraction.text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TfidfVectorizer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corpus = [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"El gato duerme"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"El perro ladra"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vectorizer = TfidfVectorizer()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X = vectorizer.fit_transform(corpus)</a:t>
            </a:r>
            <a:endParaRPr lang="es-ES" sz="1300" noProof="1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174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27E1B-8ED0-ACC7-3FCE-1859A57C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AE63E368-1226-E7C8-2F95-573B72AF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6910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Los métodos tradicionales como Bag of Words o TF–IDF tratan las palabras como </a:t>
            </a:r>
            <a:r>
              <a:rPr lang="es-ES" sz="1600" b="1" dirty="0"/>
              <a:t>entidades independientes</a:t>
            </a:r>
            <a:r>
              <a:rPr lang="es-ES" sz="1600" dirty="0"/>
              <a:t>, sin capturar su significado.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Los </a:t>
            </a:r>
            <a:r>
              <a:rPr lang="es-ES" sz="1600" b="1" dirty="0"/>
              <a:t>embeddings</a:t>
            </a:r>
            <a:r>
              <a:rPr lang="es-ES" sz="1600" dirty="0"/>
              <a:t> solucionan este problema al representar cada palabra como un </a:t>
            </a:r>
            <a:r>
              <a:rPr lang="es-ES" sz="1600" b="1" dirty="0"/>
              <a:t>vector denso de números reales </a:t>
            </a:r>
            <a:r>
              <a:rPr lang="es-ES" sz="1600" dirty="0"/>
              <a:t>que refleja su </a:t>
            </a:r>
            <a:r>
              <a:rPr lang="es-ES" sz="1600" b="1" dirty="0"/>
              <a:t>significado semántico</a:t>
            </a:r>
            <a:r>
              <a:rPr lang="es-ES" sz="16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dirty="0"/>
              <a:t>Palabras con </a:t>
            </a:r>
            <a:r>
              <a:rPr lang="es-ES" sz="1600" b="1" dirty="0"/>
              <a:t>significados similares </a:t>
            </a:r>
            <a:r>
              <a:rPr lang="es-ES" sz="1600" dirty="0"/>
              <a:t>tienen </a:t>
            </a:r>
            <a:r>
              <a:rPr lang="es-ES" sz="1600" b="1" dirty="0"/>
              <a:t>vectores similares</a:t>
            </a:r>
            <a:r>
              <a:rPr lang="es-ES" sz="16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b="1" dirty="0"/>
              <a:t>Ejemplo</a:t>
            </a:r>
            <a:r>
              <a:rPr lang="es-ES" sz="1400" dirty="0"/>
              <a:t>: “rey” y “reina” estarán más cerca entre sí que “rey” y “mesa”.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147693-DA98-C29A-4E28-D6A853664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66A348A-F665-DEE1-EAF5-452936DC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Embeddings y representaciones densas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C8C8B6-B6F0-AF83-32D8-5B2F282B8C54}"/>
              </a:ext>
            </a:extLst>
          </p:cNvPr>
          <p:cNvSpPr txBox="1"/>
          <p:nvPr/>
        </p:nvSpPr>
        <p:spPr>
          <a:xfrm>
            <a:off x="286546" y="3969699"/>
            <a:ext cx="8570908" cy="20928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tensorflow.keras.models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Sequential</a:t>
            </a:r>
          </a:p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tensorflow.keras.layers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Embedding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1000 palabras en vocabulario, 32 dimensiones por embedding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 = Sequential([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Embedding(input_dim=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1000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output_dim=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32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input_length=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10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model.summary() </a:t>
            </a:r>
          </a:p>
          <a:p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Ej: </a:t>
            </a:r>
            <a:r>
              <a:rPr lang="it-IT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gato = [0.45, 0.12, 0.77] , perro = [0.47, 0.10, 0.75] , coche = [0.02, 0.91, 0.11]</a:t>
            </a:r>
            <a:endParaRPr lang="es-ES" sz="1300" noProof="1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97EB53F9-9F2F-AE9E-4F0E-49E23789B5D5}"/>
              </a:ext>
            </a:extLst>
          </p:cNvPr>
          <p:cNvSpPr txBox="1">
            <a:spLocks/>
          </p:cNvSpPr>
          <p:nvPr/>
        </p:nvSpPr>
        <p:spPr>
          <a:xfrm>
            <a:off x="251518" y="6134203"/>
            <a:ext cx="8605935" cy="618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La </a:t>
            </a:r>
            <a:r>
              <a:rPr lang="es-ES" sz="1600" b="1" dirty="0"/>
              <a:t>capa</a:t>
            </a:r>
            <a:r>
              <a:rPr lang="es-ES" sz="1600" dirty="0"/>
              <a:t> </a:t>
            </a:r>
            <a:r>
              <a:rPr lang="es-ES" sz="1600" b="1" dirty="0"/>
              <a:t>Embedding</a:t>
            </a:r>
            <a:r>
              <a:rPr lang="es-ES" sz="1600" dirty="0"/>
              <a:t> aprende las representaciones vectoriales durante el entrenamiento del modelo.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168577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E5069-F8F4-8820-18A6-B5023141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A5255535-51D8-C51B-DE41-6518F8CAD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060848"/>
            <a:ext cx="8605935" cy="47631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Entrenar embeddings desde cero requiere </a:t>
            </a:r>
            <a:r>
              <a:rPr lang="es-ES" sz="1600" b="1" dirty="0"/>
              <a:t>grandes corpus de texto</a:t>
            </a:r>
            <a:r>
              <a:rPr lang="es-ES" sz="16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Por eso existen </a:t>
            </a:r>
            <a:r>
              <a:rPr lang="es-ES" sz="1600" b="1" dirty="0"/>
              <a:t>modelos preentrenados </a:t>
            </a:r>
            <a:r>
              <a:rPr lang="es-ES" sz="1600" dirty="0"/>
              <a:t>que ya contienen relaciones semánticas aprendidas a partir de millones de documentos.</a:t>
            </a: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54C2F55-A704-3388-D132-C4AD7D090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0C41BC6-22D7-A74C-A031-9E2EFD41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Modelos de embeddings preentrenados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2A889A1-FB96-38D3-CC2B-F4E84CC79093}"/>
              </a:ext>
            </a:extLst>
          </p:cNvPr>
          <p:cNvSpPr txBox="1"/>
          <p:nvPr/>
        </p:nvSpPr>
        <p:spPr>
          <a:xfrm>
            <a:off x="269031" y="5381283"/>
            <a:ext cx="8570908" cy="1292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gensim.models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KeyedVectors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Cargar modelo preentrenado (ejemplo con GloVe o Word2Vec)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 = KeyedVectors.load_word2vec_format(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"GoogleNews-vectors-negative300.bin"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binary=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True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model.most_similar(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"king"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 </a:t>
            </a:r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[('queen', 0.72), ('prince', 0.68), ('monarch', 0.65)]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BBE049D-3C6B-16BF-3B4D-27DB61D8E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12225"/>
              </p:ext>
            </p:extLst>
          </p:nvPr>
        </p:nvGraphicFramePr>
        <p:xfrm>
          <a:off x="251518" y="3017602"/>
          <a:ext cx="8605936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20455">
                  <a:extLst>
                    <a:ext uri="{9D8B030D-6E8A-4147-A177-3AD203B41FA5}">
                      <a16:colId xmlns:a16="http://schemas.microsoft.com/office/drawing/2014/main" val="3225909985"/>
                    </a:ext>
                  </a:extLst>
                </a:gridCol>
                <a:gridCol w="5585481">
                  <a:extLst>
                    <a:ext uri="{9D8B030D-6E8A-4147-A177-3AD203B41FA5}">
                      <a16:colId xmlns:a16="http://schemas.microsoft.com/office/drawing/2014/main" val="1465008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Características Principales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4847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Word2Vec</a:t>
                      </a:r>
                      <a:r>
                        <a:rPr lang="es-ES" sz="1600" dirty="0"/>
                        <a:t> (Google, 2013)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Aprende relaciones entre palabras a partir del contexto.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116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GloVe</a:t>
                      </a:r>
                      <a:r>
                        <a:rPr lang="es-ES" sz="1600" dirty="0"/>
                        <a:t> (Stanford, 2014)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Basado en coocurrencias globales de palabras.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688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FastText</a:t>
                      </a:r>
                      <a:r>
                        <a:rPr lang="es-ES" sz="1600" dirty="0"/>
                        <a:t> (Facebook, 2016)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Considera subpalabras → maneja mejor palabras nuevas.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2580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Marcador de contenido 1">
                <a:extLst>
                  <a:ext uri="{FF2B5EF4-FFF2-40B4-BE49-F238E27FC236}">
                    <a16:creationId xmlns:a16="http://schemas.microsoft.com/office/drawing/2014/main" id="{4A84F815-EBEE-8276-4BF3-59230DAB4E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517" y="4536000"/>
                <a:ext cx="8605935" cy="7200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0292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charset="2"/>
                  <a:buChar char="§"/>
                  <a:tabLst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s-ES" sz="1600" dirty="0"/>
                  <a:t>Los embeddings permiten </a:t>
                </a:r>
                <a:r>
                  <a:rPr lang="es-ES" sz="1600" b="1" dirty="0"/>
                  <a:t>operaciones vectoriales con significado semántico</a:t>
                </a:r>
                <a:r>
                  <a:rPr lang="es-ES" sz="1600" dirty="0"/>
                  <a:t>:</a:t>
                </a:r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1" i="1">
                          <a:latin typeface="Cambria Math" panose="02040503050406030204" pitchFamily="18" charset="0"/>
                        </a:rPr>
                        <m:t>𝒓𝒆𝒚</m:t>
                      </m:r>
                      <m:r>
                        <a:rPr lang="es-ES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1600" b="1" i="1">
                          <a:latin typeface="Cambria Math" panose="02040503050406030204" pitchFamily="18" charset="0"/>
                        </a:rPr>
                        <m:t>𝒉𝒐𝒎𝒃𝒓𝒆</m:t>
                      </m:r>
                      <m:r>
                        <a:rPr lang="es-ES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600" b="1" i="1">
                          <a:latin typeface="Cambria Math" panose="02040503050406030204" pitchFamily="18" charset="0"/>
                        </a:rPr>
                        <m:t>𝒎𝒖𝒋𝒆𝒓</m:t>
                      </m:r>
                      <m:r>
                        <a:rPr lang="es-ES" sz="1600" b="1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s-ES" sz="1600" b="1" i="1">
                          <a:latin typeface="Cambria Math" panose="02040503050406030204" pitchFamily="18" charset="0"/>
                        </a:rPr>
                        <m:t>𝒓𝒆𝒊𝒏𝒂</m:t>
                      </m:r>
                    </m:oMath>
                  </m:oMathPara>
                </a14:m>
                <a:endParaRPr lang="es-ES" sz="1600" b="1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s-ES" sz="16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s-ES" sz="16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s-ES" sz="16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s-ES" sz="1600" dirty="0"/>
              </a:p>
            </p:txBody>
          </p:sp>
        </mc:Choice>
        <mc:Fallback>
          <p:sp>
            <p:nvSpPr>
              <p:cNvPr id="8" name="Marcador de contenido 1">
                <a:extLst>
                  <a:ext uri="{FF2B5EF4-FFF2-40B4-BE49-F238E27FC236}">
                    <a16:creationId xmlns:a16="http://schemas.microsoft.com/office/drawing/2014/main" id="{4A84F815-EBEE-8276-4BF3-59230DAB4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17" y="4536000"/>
                <a:ext cx="8605935" cy="720079"/>
              </a:xfrm>
              <a:prstGeom prst="rect">
                <a:avLst/>
              </a:prstGeom>
              <a:blipFill>
                <a:blip r:embed="rId2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494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76E79-C6D6-2429-3A1C-24AEB9791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9CB1C075-CE77-3562-FC27-1AF55FDF1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19" y="2132856"/>
                <a:ext cx="8605935" cy="4691096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s-ES" sz="1600" dirty="0"/>
                  <a:t>Los </a:t>
                </a:r>
                <a:r>
                  <a:rPr lang="es-ES" sz="1600" b="1" dirty="0"/>
                  <a:t>embeddings</a:t>
                </a:r>
                <a:r>
                  <a:rPr lang="es-ES" sz="1600" dirty="0"/>
                  <a:t> permiten comparar el significado de palabras midiendo la </a:t>
                </a:r>
                <a:r>
                  <a:rPr lang="es-ES" sz="1600" b="1" dirty="0"/>
                  <a:t>similitud entre sus vectores</a:t>
                </a:r>
                <a:r>
                  <a:rPr lang="es-ES" sz="1600" dirty="0"/>
                  <a:t>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s-ES" sz="1600" dirty="0"/>
                  <a:t>Dos palabras serán más parecidas </a:t>
                </a:r>
                <a:r>
                  <a:rPr lang="es-ES" sz="1600" b="1" dirty="0"/>
                  <a:t>cuanto más alineados estén sus vectores</a:t>
                </a:r>
                <a:r>
                  <a:rPr lang="es-ES" sz="1600" dirty="0"/>
                  <a:t> en el espacio semántico.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s-ES" sz="1600" b="1" dirty="0"/>
                  <a:t>Distancia coseno</a:t>
                </a:r>
                <a:r>
                  <a:rPr lang="es-ES" sz="1600" dirty="0"/>
                  <a:t>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s-ES" sz="1400" dirty="0"/>
                  <a:t>Mide el </a:t>
                </a:r>
                <a:r>
                  <a:rPr lang="es-ES" sz="1400" b="1" dirty="0"/>
                  <a:t>ángulo</a:t>
                </a:r>
                <a:r>
                  <a:rPr lang="es-ES" sz="1400" dirty="0"/>
                  <a:t> entre dos vectores, no su magnitud.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s-ES" sz="1400" dirty="0"/>
                  <a:t>Valores cercanos a </a:t>
                </a:r>
                <a:r>
                  <a:rPr lang="es-ES" sz="1400" b="1" dirty="0"/>
                  <a:t>1</a:t>
                </a:r>
                <a:r>
                  <a:rPr lang="es-ES" sz="1400" dirty="0"/>
                  <a:t> indican alta similitud.</a:t>
                </a:r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𝐷𝑖𝑠𝑡𝑎𝑛𝑐𝑖𝑎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𝑐𝑜𝑠𝑒𝑛𝑜</m:t>
                      </m:r>
                      <m:d>
                        <m:d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||∙||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||</m:t>
                          </m:r>
                        </m:den>
                      </m:f>
                    </m:oMath>
                  </m:oMathPara>
                </a14:m>
                <a:endParaRPr lang="es-ES" sz="16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s-ES" sz="14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s-ES" sz="14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s-ES" sz="14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s-ES" sz="14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s-ES" sz="14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s-ES" sz="14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s-ES" sz="16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s-ES" sz="16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s-ES" sz="16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s-ES" sz="16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s-ES" sz="1600" dirty="0"/>
              </a:p>
            </p:txBody>
          </p:sp>
        </mc:Choice>
        <mc:Fallback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9CB1C075-CE77-3562-FC27-1AF55FDF1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19" y="2132856"/>
                <a:ext cx="8605935" cy="4691096"/>
              </a:xfrm>
              <a:blipFill>
                <a:blip r:embed="rId2"/>
                <a:stretch>
                  <a:fillRect t="-3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43E0FB-90B1-6714-F34D-45C7376BB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F0DBB1B-CB3C-5968-30AB-6314F7A9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Similitud de palabras y distancia coseno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BF6C58-C4B4-10D6-08F6-A6884968B01B}"/>
              </a:ext>
            </a:extLst>
          </p:cNvPr>
          <p:cNvSpPr txBox="1"/>
          <p:nvPr/>
        </p:nvSpPr>
        <p:spPr>
          <a:xfrm>
            <a:off x="269032" y="4725144"/>
            <a:ext cx="8570908" cy="18928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numpy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as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np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def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sz="1300" noProof="1">
                <a:solidFill>
                  <a:srgbClr val="FF0000"/>
                </a:solidFill>
                <a:latin typeface="Consolas" panose="020B0609020204030204" pitchFamily="49" charset="0"/>
              </a:rPr>
              <a:t>cosine_similarity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(vec1, vec2):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return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np.dot(vec1, vec2) / (np.linalg.norm(vec1) * np.linalg.norm(vec2))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v_king = np.array([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0.8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0.2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0.6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v_queen = np.array([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0.79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0.25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0.58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s-ES" sz="1300" noProof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"Similitud:"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cosine_similarity(v_king, v_queen))</a:t>
            </a:r>
          </a:p>
          <a:p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Similitud: 0.99 → Muy cercanas semánticamente</a:t>
            </a:r>
          </a:p>
        </p:txBody>
      </p:sp>
    </p:spTree>
    <p:extLst>
      <p:ext uri="{BB962C8B-B14F-4D97-AF65-F5344CB8AC3E}">
        <p14:creationId xmlns:p14="http://schemas.microsoft.com/office/powerpoint/2010/main" val="1244839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81EE-692D-81C0-3060-46714A9F5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9658164-4716-5D4B-A0C5-5399FACB8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5365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El lenguaje no es un conjunto de palabras aisladas: </a:t>
            </a:r>
            <a:r>
              <a:rPr lang="es-ES" sz="1600" b="1" dirty="0"/>
              <a:t>el orden importa</a:t>
            </a:r>
            <a:r>
              <a:rPr lang="es-ES" sz="16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Por eso, el texto debe tratarse como una </a:t>
            </a:r>
            <a:r>
              <a:rPr lang="es-ES" sz="1600" b="1" dirty="0"/>
              <a:t>secuencia temporal</a:t>
            </a:r>
            <a:r>
              <a:rPr lang="es-ES" sz="1600" dirty="0"/>
              <a:t>, donde cada palabra depende del contexto anterior.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b="1" dirty="0"/>
              <a:t>De los modelos estáticos a los secuenciales</a:t>
            </a:r>
            <a:r>
              <a:rPr lang="es-ES" sz="16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Los modelos densos (como los usados en regresión o clasificación) </a:t>
            </a:r>
            <a:r>
              <a:rPr lang="es-ES" sz="1400" b="1" dirty="0"/>
              <a:t>no capturan dependencias temporales</a:t>
            </a:r>
            <a:r>
              <a:rPr lang="es-ES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En cambio, los modelos secuenciales (RNN, LSTM, GRU) pueden </a:t>
            </a:r>
            <a:r>
              <a:rPr lang="es-ES" sz="1400" b="1" dirty="0"/>
              <a:t>recordar información previa</a:t>
            </a:r>
            <a:r>
              <a:rPr lang="es-ES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La red aprende a </a:t>
            </a:r>
            <a:r>
              <a:rPr lang="es-ES" sz="1400" b="1" dirty="0"/>
              <a:t>predecir la siguiente palabra</a:t>
            </a:r>
            <a:r>
              <a:rPr lang="es-ES" sz="1400" dirty="0"/>
              <a:t>, o clasificar la secuencia completa.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2143BAE-754D-FE3F-0F33-8067D1991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C0F3478-BB64-35C0-4BF2-1A5F8E1F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 a los modelos de secuencia</a:t>
            </a:r>
            <a:endParaRPr lang="es-ES" noProof="1"/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8B111043-37C0-2C0F-5888-DC63243D1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577"/>
          <a:stretch>
            <a:fillRect/>
          </a:stretch>
        </p:blipFill>
        <p:spPr>
          <a:xfrm>
            <a:off x="4655631" y="4613235"/>
            <a:ext cx="4213152" cy="1952009"/>
          </a:xfrm>
          <a:prstGeom prst="rect">
            <a:avLst/>
          </a:prstGeom>
        </p:spPr>
      </p:pic>
      <p:pic>
        <p:nvPicPr>
          <p:cNvPr id="9" name="Imagen 8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564C5509-1693-9AF2-F7FD-17A2B467D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46" y="4613235"/>
            <a:ext cx="4122741" cy="195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39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381F-0F2D-C7A7-10F8-B2FDE423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09ACD686-2B4C-9B18-2DB0-58601A0DE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6910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Las </a:t>
            </a:r>
            <a:r>
              <a:rPr lang="es-ES" sz="1600" b="1" dirty="0"/>
              <a:t>Redes Neuronales Recurrentes (RNN)</a:t>
            </a:r>
            <a:r>
              <a:rPr lang="es-ES" sz="1600" dirty="0"/>
              <a:t> están diseñadas para procesar </a:t>
            </a:r>
            <a:r>
              <a:rPr lang="es-ES" sz="1600" b="1" dirty="0"/>
              <a:t>secuencias</a:t>
            </a:r>
            <a:r>
              <a:rPr lang="es-ES" sz="1600" dirty="0"/>
              <a:t> de datos, como texto o audio, manteniendo una “memoria” de los pasos anteriores.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dirty="0"/>
              <a:t>A diferencia de las redes densas tradicionales: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La salida en un instante depende no solo de la entrada actual, sino también del </a:t>
            </a:r>
            <a:r>
              <a:rPr lang="es-ES" sz="1400" b="1" dirty="0"/>
              <a:t>estado anterior</a:t>
            </a:r>
            <a:r>
              <a:rPr lang="es-ES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Esto permite capturar </a:t>
            </a:r>
            <a:r>
              <a:rPr lang="es-ES" sz="1400" b="1" dirty="0"/>
              <a:t>dependencias temporales</a:t>
            </a:r>
            <a:r>
              <a:rPr lang="es-ES" sz="1400" dirty="0"/>
              <a:t> o </a:t>
            </a:r>
            <a:r>
              <a:rPr lang="es-ES" sz="1400" b="1" dirty="0"/>
              <a:t>contextuales</a:t>
            </a:r>
            <a:r>
              <a:rPr lang="es-ES" sz="1400" dirty="0"/>
              <a:t> entre palabras.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9CCF9B-78E8-FD80-8385-23C6005AA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317C510-BF91-4491-42DE-A22C55D7B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Redes Recurrentes (RNN)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775743-91C7-F738-032C-4AB9AF141C9D}"/>
              </a:ext>
            </a:extLst>
          </p:cNvPr>
          <p:cNvSpPr txBox="1"/>
          <p:nvPr/>
        </p:nvSpPr>
        <p:spPr>
          <a:xfrm>
            <a:off x="259782" y="3746443"/>
            <a:ext cx="8570908" cy="18928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tensorflow.keras.models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Sequential</a:t>
            </a:r>
          </a:p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tensorflow.keras.layers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SimpleRNN, Embedding, Dense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 = Sequential([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Embedding(input_dim=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5000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output_dim=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64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SimpleRNN(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32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activation=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"tanh"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Dense(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1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activation=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"sigmoid"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model.summary()</a:t>
            </a:r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79C10A0F-1F89-E639-46D7-9ECE5CA96451}"/>
              </a:ext>
            </a:extLst>
          </p:cNvPr>
          <p:cNvSpPr txBox="1">
            <a:spLocks/>
          </p:cNvSpPr>
          <p:nvPr/>
        </p:nvSpPr>
        <p:spPr>
          <a:xfrm>
            <a:off x="250065" y="5804779"/>
            <a:ext cx="8588421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/>
              <a:t>Problemas de las RNN clásicas</a:t>
            </a:r>
          </a:p>
          <a:p>
            <a:pPr lvl="1"/>
            <a:r>
              <a:rPr lang="es-ES" sz="1400" dirty="0"/>
              <a:t>Dificultad para </a:t>
            </a:r>
            <a:r>
              <a:rPr lang="es-ES" sz="1400" b="1" dirty="0"/>
              <a:t>recordar información lejana</a:t>
            </a:r>
            <a:r>
              <a:rPr lang="es-ES" sz="1400" dirty="0"/>
              <a:t>.</a:t>
            </a:r>
          </a:p>
          <a:p>
            <a:pPr lvl="1"/>
            <a:r>
              <a:rPr lang="es-ES" sz="1400" dirty="0"/>
              <a:t>Sufren el </a:t>
            </a:r>
            <a:r>
              <a:rPr lang="es-ES" sz="1400" b="1" dirty="0"/>
              <a:t>problema de desvanecimiento de gradiente</a:t>
            </a:r>
            <a:r>
              <a:rPr lang="es-ES" sz="1400" dirty="0"/>
              <a:t>, lo que impide entrenar secuencias largas.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432171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6361D-9EC7-5B6A-D4D7-009B8DA7F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564D5D5B-0CB6-492A-88D0-E8322FCF0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060848"/>
            <a:ext cx="8605935" cy="47631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Las </a:t>
            </a:r>
            <a:r>
              <a:rPr lang="es-ES" sz="1600" b="1" dirty="0"/>
              <a:t>LSTM</a:t>
            </a:r>
            <a:r>
              <a:rPr lang="es-ES" sz="1600" dirty="0"/>
              <a:t> son una mejora de las RNN que permiten </a:t>
            </a:r>
            <a:r>
              <a:rPr lang="es-ES" sz="1600" b="1" dirty="0"/>
              <a:t>recordar información durante más tiempo</a:t>
            </a:r>
            <a:r>
              <a:rPr lang="es-ES" sz="1600" dirty="0"/>
              <a:t>. Fueron diseñadas para resolver el problema del </a:t>
            </a:r>
            <a:r>
              <a:rPr lang="es-ES" sz="1600" b="1" dirty="0"/>
              <a:t>desvanecimiento de gradiente</a:t>
            </a:r>
            <a:r>
              <a:rPr lang="es-ES" sz="16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dirty="0"/>
              <a:t>Cada celda LSTM tiene </a:t>
            </a:r>
            <a:r>
              <a:rPr lang="es-ES" sz="1600" b="1" dirty="0"/>
              <a:t>tres compuertas </a:t>
            </a:r>
            <a:r>
              <a:rPr lang="es-ES" sz="1600" dirty="0"/>
              <a:t>que controlan el flujo de información: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/>
              <a:t>Puerta de olvido</a:t>
            </a:r>
            <a:r>
              <a:rPr lang="es-ES" sz="1400" dirty="0"/>
              <a:t>: decide qué información descartar.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/>
              <a:t>Puerta de entrada</a:t>
            </a:r>
            <a:r>
              <a:rPr lang="es-ES" sz="1400" dirty="0"/>
              <a:t>: decide qué nueva información añadir.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/>
              <a:t>Puerta de salida</a:t>
            </a:r>
            <a:r>
              <a:rPr lang="es-ES" sz="1400" dirty="0"/>
              <a:t>: decide qué parte de la memoria usar en la siguiente iteración.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7E4A73C-972F-7C12-B3A8-289F0E3C1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7FB7489-FC6A-0080-5C4B-C173A4869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LSTM (Long Short-Term Memory)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5D02BC0-D89C-5AEC-407E-E9B1F06BF07D}"/>
              </a:ext>
            </a:extLst>
          </p:cNvPr>
          <p:cNvSpPr txBox="1"/>
          <p:nvPr/>
        </p:nvSpPr>
        <p:spPr>
          <a:xfrm>
            <a:off x="269032" y="3931425"/>
            <a:ext cx="8570908" cy="18928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tensorflow.keras.models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Sequential</a:t>
            </a:r>
          </a:p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tensorflow.keras.layers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LSTM, Embedding, Dense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 = Sequential([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Embedding(input_dim=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5000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output_dim=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64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LSTM(</a:t>
            </a:r>
            <a:r>
              <a:rPr lang="en-US" sz="1300" noProof="1">
                <a:solidFill>
                  <a:srgbClr val="FF0066"/>
                </a:solidFill>
                <a:latin typeface="Consolas" panose="020B0609020204030204" pitchFamily="49" charset="0"/>
              </a:rPr>
              <a:t>64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return_sequences=</a:t>
            </a:r>
            <a:r>
              <a:rPr lang="en-U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False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Dense(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1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activation=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"sigmoid"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model.summary()</a:t>
            </a:r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885BD660-C027-439E-2E71-8F637B4611BF}"/>
              </a:ext>
            </a:extLst>
          </p:cNvPr>
          <p:cNvSpPr txBox="1">
            <a:spLocks/>
          </p:cNvSpPr>
          <p:nvPr/>
        </p:nvSpPr>
        <p:spPr>
          <a:xfrm>
            <a:off x="231097" y="5896259"/>
            <a:ext cx="8617599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/>
              <a:t>Ventajas</a:t>
            </a:r>
          </a:p>
          <a:p>
            <a:pPr lvl="1"/>
            <a:r>
              <a:rPr lang="es-ES" sz="1400" dirty="0"/>
              <a:t>Retiene contexto durante más pasos de tiempo.</a:t>
            </a:r>
          </a:p>
          <a:p>
            <a:pPr lvl="1"/>
            <a:r>
              <a:rPr lang="es-ES" sz="1400" dirty="0"/>
              <a:t>Ideal para tareas como </a:t>
            </a:r>
            <a:r>
              <a:rPr lang="es-ES" sz="1400" b="1" dirty="0"/>
              <a:t>análisis de sentimiento</a:t>
            </a:r>
            <a:r>
              <a:rPr lang="es-ES" sz="1400" dirty="0"/>
              <a:t>, </a:t>
            </a:r>
            <a:r>
              <a:rPr lang="es-ES" sz="1400" b="1" dirty="0"/>
              <a:t>traducción automática</a:t>
            </a:r>
            <a:r>
              <a:rPr lang="es-ES" sz="1400" dirty="0"/>
              <a:t> o </a:t>
            </a:r>
            <a:r>
              <a:rPr lang="es-ES" sz="1400" b="1" dirty="0"/>
              <a:t>predicción de texto</a:t>
            </a:r>
            <a:r>
              <a:rPr lang="es-ES" sz="14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4047736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CF731-3202-D48A-D203-DAA9B740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059824E-7AA1-DCBC-BE49-0D8199B91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6910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En muchos problemas de NLP, </a:t>
            </a:r>
            <a:r>
              <a:rPr lang="es-ES" sz="1600" b="1" dirty="0"/>
              <a:t>el contexto futuro también importa</a:t>
            </a:r>
            <a:r>
              <a:rPr lang="es-ES" sz="16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Por ejemplo, para interpretar correctamente una palabra, a veces necesitamos saber qué viene </a:t>
            </a:r>
            <a:r>
              <a:rPr lang="es-ES" sz="1600" b="1" dirty="0"/>
              <a:t>antes y después</a:t>
            </a:r>
            <a:r>
              <a:rPr lang="es-ES" sz="1600" dirty="0"/>
              <a:t>.</a:t>
            </a:r>
            <a:endParaRPr lang="es-ES" sz="1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dirty="0"/>
              <a:t>Las Bidirectional LSTM procesan la secuencia en ambas direcciones: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Una LSTM procesa el texto de izquierda a derecha (</a:t>
            </a:r>
            <a:r>
              <a:rPr lang="es-ES" sz="1400" b="1" dirty="0"/>
              <a:t>orden cronológico</a:t>
            </a:r>
            <a:r>
              <a:rPr lang="es-ES" sz="1400" dirty="0"/>
              <a:t>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dirty="0"/>
              <a:t>Otra LSTM va de derecha a izquierda (</a:t>
            </a:r>
            <a:r>
              <a:rPr lang="es-ES" sz="1400" b="1" dirty="0"/>
              <a:t>orden anticronológico</a:t>
            </a:r>
            <a:r>
              <a:rPr lang="es-ES" sz="1400" dirty="0"/>
              <a:t>) 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400" b="1" dirty="0"/>
              <a:t>Sus salidas se combinan </a:t>
            </a:r>
            <a:r>
              <a:rPr lang="es-ES" sz="1400" dirty="0"/>
              <a:t>para mejorar la comprensión del contexto global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B2B4EB-F6CF-CEEB-B6A9-4504C991C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7708554-AFA3-EDF0-9CB3-209DAD00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Bidirectional LSTM</a:t>
            </a:r>
            <a:endParaRPr lang="es-ES" noProof="1"/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B5129C59-415D-D527-6CDA-AB8A8DA6C143}"/>
              </a:ext>
            </a:extLst>
          </p:cNvPr>
          <p:cNvSpPr txBox="1">
            <a:spLocks/>
          </p:cNvSpPr>
          <p:nvPr/>
        </p:nvSpPr>
        <p:spPr>
          <a:xfrm>
            <a:off x="231097" y="5896259"/>
            <a:ext cx="8617599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sz="1600" b="1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B1C5B849-C658-2436-79F8-A60529DA4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227" y="4302969"/>
            <a:ext cx="2490894" cy="222536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C14B370-4A7C-7F69-4AF3-577281BD7D89}"/>
              </a:ext>
            </a:extLst>
          </p:cNvPr>
          <p:cNvSpPr txBox="1"/>
          <p:nvPr/>
        </p:nvSpPr>
        <p:spPr>
          <a:xfrm>
            <a:off x="286546" y="4369211"/>
            <a:ext cx="5678461" cy="20928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tensorflow.keras.models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Sequential</a:t>
            </a:r>
          </a:p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tensorflow.keras.layers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LSTM, Bidirectional, 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                                Embedding, Dense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 = Sequential([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Embedding(input_dim=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5000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output_dim=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64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Bidirectional(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LSTM(</a:t>
            </a:r>
            <a:r>
              <a:rPr lang="en-US" sz="1300" noProof="1">
                <a:solidFill>
                  <a:srgbClr val="FF0066"/>
                </a:solidFill>
                <a:latin typeface="Consolas" panose="020B0609020204030204" pitchFamily="49" charset="0"/>
              </a:rPr>
              <a:t>64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))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Dense(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1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activation=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"sigmoid"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model.summary()</a:t>
            </a:r>
          </a:p>
        </p:txBody>
      </p:sp>
    </p:spTree>
    <p:extLst>
      <p:ext uri="{BB962C8B-B14F-4D97-AF65-F5344CB8AC3E}">
        <p14:creationId xmlns:p14="http://schemas.microsoft.com/office/powerpoint/2010/main" val="1050780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6F22E-B18F-2BB2-9795-772D57D42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6BC5E8D-52A7-6800-8048-D94F32C9E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51845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Las </a:t>
            </a:r>
            <a:r>
              <a:rPr lang="es-ES" sz="1600" b="1" dirty="0"/>
              <a:t>GRU</a:t>
            </a:r>
            <a:r>
              <a:rPr lang="es-ES" sz="1600" dirty="0"/>
              <a:t> son una </a:t>
            </a:r>
            <a:r>
              <a:rPr lang="es-ES" sz="1600" b="1" dirty="0"/>
              <a:t>versión simplificada </a:t>
            </a:r>
            <a:r>
              <a:rPr lang="es-ES" sz="1600" dirty="0"/>
              <a:t>de las LSTM.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Conservan la capacidad de manejar dependencias largas, pero con </a:t>
            </a:r>
            <a:r>
              <a:rPr lang="es-ES" sz="1600" b="1" dirty="0"/>
              <a:t>menos parámetros</a:t>
            </a:r>
            <a:r>
              <a:rPr lang="es-ES" sz="1600" dirty="0"/>
              <a:t>, lo que las hace </a:t>
            </a:r>
            <a:r>
              <a:rPr lang="es-ES" sz="1600" b="1" dirty="0"/>
              <a:t>más</a:t>
            </a:r>
            <a:r>
              <a:rPr lang="es-ES" sz="1600" dirty="0"/>
              <a:t> </a:t>
            </a:r>
            <a:r>
              <a:rPr lang="es-ES" sz="1600" b="1" dirty="0"/>
              <a:t>ligeras</a:t>
            </a:r>
            <a:r>
              <a:rPr lang="es-ES" sz="1600" dirty="0"/>
              <a:t> y </a:t>
            </a:r>
            <a:r>
              <a:rPr lang="es-ES" sz="1600" b="1" dirty="0"/>
              <a:t>rápidas</a:t>
            </a:r>
            <a:r>
              <a:rPr lang="es-ES" sz="1600" dirty="0"/>
              <a:t>.</a:t>
            </a: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EDB0269-4573-C9E4-9D44-AA7A79D4D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B502AAF-A189-AFB0-919D-BDFA91996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GRU (Gated Recurrent Unit)</a:t>
            </a:r>
            <a:endParaRPr lang="es-ES" noProof="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FEB519F-56C9-89C7-7248-0230295DEF63}"/>
              </a:ext>
            </a:extLst>
          </p:cNvPr>
          <p:cNvSpPr txBox="1"/>
          <p:nvPr/>
        </p:nvSpPr>
        <p:spPr>
          <a:xfrm>
            <a:off x="286545" y="4578764"/>
            <a:ext cx="6041401" cy="18928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tensorflow.keras.models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Sequential</a:t>
            </a:r>
          </a:p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tensorflow.keras.layers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GRU, Embedding, Dense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 = Sequential([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Embedding(input_dim=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5000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output_dim=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64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GRU(</a:t>
            </a:r>
            <a:r>
              <a:rPr lang="en-US" sz="1300" noProof="1">
                <a:solidFill>
                  <a:srgbClr val="FF0066"/>
                </a:solidFill>
                <a:latin typeface="Consolas" panose="020B0609020204030204" pitchFamily="49" charset="0"/>
              </a:rPr>
              <a:t>64</a:t>
            </a:r>
            <a:r>
              <a:rPr lang="en-U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Dense(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1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activation=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"sigmoid"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model.summary()</a:t>
            </a:r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FDEDBC88-7FEA-C9BB-459E-CE7D66B2F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5" y="2996952"/>
            <a:ext cx="2152969" cy="3660575"/>
          </a:xfrm>
          <a:prstGeom prst="rect">
            <a:avLst/>
          </a:prstGeom>
        </p:spPr>
      </p:pic>
      <p:sp>
        <p:nvSpPr>
          <p:cNvPr id="9" name="Marcador de contenido 1">
            <a:extLst>
              <a:ext uri="{FF2B5EF4-FFF2-40B4-BE49-F238E27FC236}">
                <a16:creationId xmlns:a16="http://schemas.microsoft.com/office/drawing/2014/main" id="{0BEC66D5-A530-AFC4-5EB1-33FFD46F314B}"/>
              </a:ext>
            </a:extLst>
          </p:cNvPr>
          <p:cNvSpPr txBox="1">
            <a:spLocks/>
          </p:cNvSpPr>
          <p:nvPr/>
        </p:nvSpPr>
        <p:spPr>
          <a:xfrm>
            <a:off x="251519" y="3068960"/>
            <a:ext cx="6336706" cy="1407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Las GRU combinan las compuertas de </a:t>
            </a:r>
            <a:r>
              <a:rPr lang="es-ES" sz="1600" b="1" dirty="0"/>
              <a:t>entrada y olvido </a:t>
            </a:r>
            <a:r>
              <a:rPr lang="es-ES" sz="1600" dirty="0"/>
              <a:t>en una sola: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/>
              <a:t>Puerta de actualización</a:t>
            </a:r>
            <a:r>
              <a:rPr lang="es-ES" sz="1400" dirty="0"/>
              <a:t>: decide cuánta información pasada mantener.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/>
              <a:t>Puerta de reinicio</a:t>
            </a:r>
            <a:r>
              <a:rPr lang="es-ES" sz="1400" dirty="0"/>
              <a:t>: decide cuánto del estado previo usar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098009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85286-49A3-C282-5704-5B5A18B0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FE6086C-99CC-BB79-B545-C086DBFB4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204864"/>
            <a:ext cx="8605935" cy="44644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Las RNN y sus variantes (LSTM, GRU) marcaron un avance enorme en NLP, pero presentan </a:t>
            </a:r>
            <a:r>
              <a:rPr lang="es-ES" sz="1600" b="1" dirty="0"/>
              <a:t>limitaciones estructurales </a:t>
            </a:r>
            <a:r>
              <a:rPr lang="es-ES" sz="1600" dirty="0"/>
              <a:t>que impiden su uso en textos largos o grandes volúmenes de datos.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b="1" dirty="0"/>
              <a:t>Principales problemas</a:t>
            </a:r>
            <a:r>
              <a:rPr lang="es-ES" sz="1600" dirty="0"/>
              <a:t>:</a:t>
            </a:r>
          </a:p>
          <a:p>
            <a:pPr marL="320040" lvl="1" indent="0">
              <a:buNone/>
            </a:pPr>
            <a:r>
              <a:rPr lang="es-ES" sz="1600" dirty="0"/>
              <a:t>🐢 </a:t>
            </a:r>
            <a:r>
              <a:rPr lang="es-ES" sz="1600" b="1" dirty="0"/>
              <a:t>No paralelizables</a:t>
            </a:r>
            <a:r>
              <a:rPr lang="es-ES" sz="1600" dirty="0"/>
              <a:t>: Las RNN procesan las palabras una a una, lo que ralentiza el entrenamiento.</a:t>
            </a:r>
          </a:p>
          <a:p>
            <a:pPr marL="320040" lvl="1" indent="0">
              <a:buNone/>
            </a:pPr>
            <a:r>
              <a:rPr lang="es-ES" sz="1600" dirty="0"/>
              <a:t>🧠 </a:t>
            </a:r>
            <a:r>
              <a:rPr lang="es-ES" sz="1600" b="1" dirty="0"/>
              <a:t>Memoria limitada</a:t>
            </a:r>
            <a:r>
              <a:rPr lang="es-ES" sz="1600" dirty="0"/>
              <a:t>: Aunque las LSTM pueden recordar más que las RNN, su capacidad se degrada con secuencias muy largas.</a:t>
            </a:r>
          </a:p>
          <a:p>
            <a:pPr marL="320040" lvl="1" indent="0">
              <a:buNone/>
            </a:pPr>
            <a:r>
              <a:rPr lang="es-ES" sz="1600" dirty="0"/>
              <a:t>🌀 </a:t>
            </a:r>
            <a:r>
              <a:rPr lang="es-ES" sz="1600" b="1" dirty="0"/>
              <a:t>Gradiente desvanecido/explosivo</a:t>
            </a:r>
            <a:r>
              <a:rPr lang="es-ES" sz="1600" dirty="0"/>
              <a:t>: En secuencias extensas, el gradiente se vuelve demasiado pequeño o grande, dificultando el aprendizaje.</a:t>
            </a:r>
          </a:p>
          <a:p>
            <a:pPr marL="320040" lvl="1" indent="0">
              <a:buNone/>
            </a:pPr>
            <a:r>
              <a:rPr lang="es-ES" sz="1600" dirty="0"/>
              <a:t>⚙️ </a:t>
            </a:r>
            <a:r>
              <a:rPr lang="es-ES" sz="1600" b="1" dirty="0"/>
              <a:t>Coste computacional alto</a:t>
            </a:r>
            <a:r>
              <a:rPr lang="es-ES" sz="1600" dirty="0"/>
              <a:t>: Dificultad para escalar a grandes datasets o contextos de miles de palabras.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4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7B1481-597B-A51D-9F13-AA80359B3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4B95445-03A4-B639-642B-B4F2E286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Limitaciones de las RNN</a:t>
            </a:r>
            <a:endParaRPr lang="es-ES" noProof="1"/>
          </a:p>
        </p:txBody>
      </p:sp>
    </p:spTree>
    <p:extLst>
      <p:ext uri="{BB962C8B-B14F-4D97-AF65-F5344CB8AC3E}">
        <p14:creationId xmlns:p14="http://schemas.microsoft.com/office/powerpoint/2010/main" val="2863996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FC433-6181-19F0-D12E-BFA95B08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2F72C776-5489-BBE1-168D-3BB5E9EA7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5365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En 2017, el paper </a:t>
            </a:r>
            <a:r>
              <a:rPr lang="es-ES" sz="1600" b="1" dirty="0"/>
              <a:t>“Attention is All You Need” (Vaswani et al.)</a:t>
            </a:r>
            <a:r>
              <a:rPr lang="es-ES" sz="1600" dirty="0"/>
              <a:t> revolucionó el NLP al presentar la arquitectura </a:t>
            </a:r>
            <a:r>
              <a:rPr lang="es-ES" sz="1600" b="1" dirty="0"/>
              <a:t>Transformer</a:t>
            </a:r>
            <a:r>
              <a:rPr lang="es-ES" sz="1600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El modelo eliminó por completo la recurrencia, sustituyéndola por un </a:t>
            </a:r>
            <a:r>
              <a:rPr lang="es-ES" sz="1600" b="1" dirty="0"/>
              <a:t>mecanismo de atención</a:t>
            </a:r>
            <a:r>
              <a:rPr lang="es-ES" sz="16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08F9F18-3791-E5C0-B75B-74E22389E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A371228-1172-F164-D2B0-F01EFD17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Nacimiento de los Transformers (2017)</a:t>
            </a:r>
            <a:endParaRPr lang="es-ES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Marcador de contenido 1">
                <a:extLst>
                  <a:ext uri="{FF2B5EF4-FFF2-40B4-BE49-F238E27FC236}">
                    <a16:creationId xmlns:a16="http://schemas.microsoft.com/office/drawing/2014/main" id="{7E2DB344-F937-8429-D4AC-FE65A004BD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2139" y="3284984"/>
                <a:ext cx="6050812" cy="33987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0292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charset="2"/>
                  <a:buChar char="§"/>
                  <a:tabLst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s-ES" sz="1600" b="1" dirty="0"/>
                  <a:t>Principios fundamentales</a:t>
                </a:r>
                <a:r>
                  <a:rPr lang="es-ES" sz="1600" dirty="0"/>
                  <a:t>:</a:t>
                </a:r>
              </a:p>
              <a:p>
                <a:pPr marL="320040" lvl="1" indent="0">
                  <a:buNone/>
                </a:pPr>
                <a:r>
                  <a:rPr lang="es-ES" sz="1400" dirty="0"/>
                  <a:t>🧭 </a:t>
                </a:r>
                <a:r>
                  <a:rPr lang="es-ES" sz="1400" b="1" dirty="0"/>
                  <a:t>Atención</a:t>
                </a:r>
                <a:r>
                  <a:rPr lang="es-ES" sz="1400" dirty="0"/>
                  <a:t>: Cada palabra puede conectarse directamente con cualquier otra, sin depender del orden secuencial.</a:t>
                </a:r>
              </a:p>
              <a:p>
                <a:pPr marL="320040" lvl="1" indent="0">
                  <a:buNone/>
                </a:pPr>
                <a:r>
                  <a:rPr lang="es-ES" sz="1400" dirty="0"/>
                  <a:t>⚙️ </a:t>
                </a:r>
                <a:r>
                  <a:rPr lang="es-ES" sz="1400" b="1" dirty="0"/>
                  <a:t>Paralelización completa</a:t>
                </a:r>
                <a:r>
                  <a:rPr lang="es-ES" sz="1400" dirty="0"/>
                  <a:t>: El modelo procesa </a:t>
                </a:r>
                <a:r>
                  <a:rPr lang="es-ES" sz="1400" b="1" dirty="0"/>
                  <a:t>todas las palabras a la vez</a:t>
                </a:r>
                <a:r>
                  <a:rPr lang="es-ES" sz="1400" dirty="0"/>
                  <a:t>, aprovechando las GPU de forma eficiente.</a:t>
                </a:r>
              </a:p>
              <a:p>
                <a:pPr marL="320040" lvl="1" indent="0">
                  <a:buNone/>
                </a:pPr>
                <a:r>
                  <a:rPr lang="es-ES" sz="1400" dirty="0"/>
                  <a:t>🧠 </a:t>
                </a:r>
                <a:r>
                  <a:rPr lang="es-ES" sz="1400" b="1" dirty="0"/>
                  <a:t>Contexto bidireccional</a:t>
                </a:r>
                <a:r>
                  <a:rPr lang="es-ES" sz="1400" dirty="0"/>
                  <a:t>: Puede comprender </a:t>
                </a:r>
                <a:r>
                  <a:rPr lang="es-ES" sz="1400" b="1" dirty="0"/>
                  <a:t>dependencias lejanas </a:t>
                </a:r>
                <a:r>
                  <a:rPr lang="es-ES" sz="1400" dirty="0"/>
                  <a:t>sin necesidad de memoria recurrente.</a:t>
                </a:r>
              </a:p>
              <a:p>
                <a:pPr marL="320040" lvl="1" indent="0">
                  <a:buNone/>
                </a:pPr>
                <a:r>
                  <a:rPr lang="es-ES" sz="1400" dirty="0"/>
                  <a:t>🏗️ </a:t>
                </a:r>
                <a:r>
                  <a:rPr lang="es-ES" sz="1400" b="1" dirty="0"/>
                  <a:t>Escalabilidad</a:t>
                </a:r>
                <a:r>
                  <a:rPr lang="es-ES" sz="1400" dirty="0"/>
                  <a:t>: Permite entrenar modelos con </a:t>
                </a:r>
                <a:r>
                  <a:rPr lang="es-ES" sz="1400" b="1" dirty="0"/>
                  <a:t>miles de millones de parámetros</a:t>
                </a:r>
                <a:r>
                  <a:rPr lang="es-ES" sz="1400" dirty="0"/>
                  <a:t> (GPT, BERT, T5…).</a:t>
                </a:r>
                <a:endParaRPr lang="es-ES" sz="16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s-ES" sz="16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s-ES" sz="1600" b="1" dirty="0"/>
                  <a:t>Esquema del Transformer:</a:t>
                </a:r>
              </a:p>
              <a:p>
                <a:pPr marL="4572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𝑰𝒏𝒑𝒖𝒕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𝑬𝒎𝒃𝒆𝒅𝒅𝒊𝒏𝒈𝒔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𝑺𝒆𝒍𝒇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𝑨𝒕𝒕𝒆𝒏𝒕𝒊𝒐𝒏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𝑭𝒆𝒆𝒅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𝑭𝒐𝒓𝒘𝒂𝒓𝒅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𝑶𝒖𝒕𝒑𝒖𝒕</m:t>
                      </m:r>
                    </m:oMath>
                  </m:oMathPara>
                </a14:m>
                <a:endParaRPr lang="es-ES" sz="1400" b="1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s-ES" sz="1600" dirty="0"/>
              </a:p>
            </p:txBody>
          </p:sp>
        </mc:Choice>
        <mc:Fallback>
          <p:sp>
            <p:nvSpPr>
              <p:cNvPr id="5" name="Marcador de contenido 1">
                <a:extLst>
                  <a:ext uri="{FF2B5EF4-FFF2-40B4-BE49-F238E27FC236}">
                    <a16:creationId xmlns:a16="http://schemas.microsoft.com/office/drawing/2014/main" id="{7E2DB344-F937-8429-D4AC-FE65A004B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39" y="3284984"/>
                <a:ext cx="6050812" cy="33987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A697EF29-7E46-983E-AE52-91A1D7F57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331" y="3083354"/>
            <a:ext cx="2555123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60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EB92-C885-C399-6B93-BA555124B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7B8A71EF-F418-9F2D-0BFD-CEE38695D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5365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Aunque existen muchas variantes, </a:t>
            </a:r>
            <a:r>
              <a:rPr lang="es-ES" sz="1600" b="1" dirty="0"/>
              <a:t>todas las arquitecturas Transformer </a:t>
            </a:r>
            <a:r>
              <a:rPr lang="es-ES" sz="1600" dirty="0"/>
              <a:t>comparten los mismos componentes fundamentales.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Lo que cambia entre modelos es </a:t>
            </a:r>
            <a:r>
              <a:rPr lang="es-ES" sz="1600" b="1" dirty="0"/>
              <a:t>cómo se usan</a:t>
            </a:r>
            <a:r>
              <a:rPr lang="es-ES" sz="1600" dirty="0"/>
              <a:t> (solo encoder, solo decoder o ambos).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b="1" dirty="0"/>
              <a:t>Estructura base</a:t>
            </a:r>
            <a:r>
              <a:rPr lang="es-ES" sz="1600" dirty="0"/>
              <a:t>: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/>
              <a:t>Embeddings de entrada</a:t>
            </a:r>
            <a:r>
              <a:rPr lang="es-ES" sz="1400" dirty="0"/>
              <a:t>: convierten palabras en vectores.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/>
              <a:t>Positional Encoding</a:t>
            </a:r>
            <a:r>
              <a:rPr lang="es-ES" sz="1400" dirty="0"/>
              <a:t>: añade información sobre el orden de las palabras.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 err="1"/>
              <a:t>Self</a:t>
            </a:r>
            <a:r>
              <a:rPr lang="es-ES" sz="1400" b="1" dirty="0"/>
              <a:t>-Attention</a:t>
            </a:r>
            <a:r>
              <a:rPr lang="es-ES" sz="1400" dirty="0"/>
              <a:t>: cada palabra "mira" a todas las demás.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/>
              <a:t>Feed Forward</a:t>
            </a:r>
            <a:r>
              <a:rPr lang="es-ES" sz="1400" dirty="0"/>
              <a:t>: proyección no lineal para procesar la información.</a:t>
            </a:r>
          </a:p>
          <a:p>
            <a:pPr marL="662940" lvl="1" indent="-342900">
              <a:buFont typeface="+mj-lt"/>
              <a:buAutoNum type="arabicPeriod"/>
            </a:pPr>
            <a:r>
              <a:rPr lang="es-ES" sz="1400" b="1" dirty="0"/>
              <a:t>Normalización + Residuales</a:t>
            </a:r>
            <a:r>
              <a:rPr lang="es-ES" sz="1400" dirty="0"/>
              <a:t>: estabilizan el aprendizaje.</a:t>
            </a:r>
          </a:p>
          <a:p>
            <a:pPr>
              <a:lnSpc>
                <a:spcPct val="150000"/>
              </a:lnSpc>
            </a:pPr>
            <a:r>
              <a:rPr lang="es-ES" sz="1600" b="1" dirty="0"/>
              <a:t>Tipos de configuración</a:t>
            </a:r>
            <a:r>
              <a:rPr lang="es-ES" sz="1600" dirty="0"/>
              <a:t>:</a:t>
            </a:r>
            <a:endParaRPr lang="es-ES" sz="1600" b="1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3CAB8E-B06B-4141-216B-64B3B4A1C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26819-088C-307E-66D5-9BFC866B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Anatomía de un Transformer</a:t>
            </a:r>
            <a:endParaRPr lang="es-ES" noProof="1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E7C52C8-1FCD-89FC-7971-A352CDAE3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73826"/>
              </p:ext>
            </p:extLst>
          </p:nvPr>
        </p:nvGraphicFramePr>
        <p:xfrm>
          <a:off x="286547" y="5186000"/>
          <a:ext cx="8570907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6969">
                  <a:extLst>
                    <a:ext uri="{9D8B030D-6E8A-4147-A177-3AD203B41FA5}">
                      <a16:colId xmlns:a16="http://schemas.microsoft.com/office/drawing/2014/main" val="1014469255"/>
                    </a:ext>
                  </a:extLst>
                </a:gridCol>
                <a:gridCol w="2856969">
                  <a:extLst>
                    <a:ext uri="{9D8B030D-6E8A-4147-A177-3AD203B41FA5}">
                      <a16:colId xmlns:a16="http://schemas.microsoft.com/office/drawing/2014/main" val="2056144803"/>
                    </a:ext>
                  </a:extLst>
                </a:gridCol>
                <a:gridCol w="2856969">
                  <a:extLst>
                    <a:ext uri="{9D8B030D-6E8A-4147-A177-3AD203B41FA5}">
                      <a16:colId xmlns:a16="http://schemas.microsoft.com/office/drawing/2014/main" val="3368838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Ejemplo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Tareas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738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Solo </a:t>
                      </a:r>
                      <a:r>
                        <a:rPr lang="es-ES" sz="1600" i="1" dirty="0"/>
                        <a:t>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Comprensión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13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Solo </a:t>
                      </a:r>
                      <a:r>
                        <a:rPr lang="es-ES" sz="1600" i="1" dirty="0"/>
                        <a:t>Decoder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GPT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Generación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93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i="1" dirty="0"/>
                        <a:t>Encoder – Decoder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Traducción / Resumen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21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975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7AC61-799D-CF45-F056-055FCAAED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E2B817F2-771F-A0A5-8CBD-C8C2D23CA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060848"/>
            <a:ext cx="8605935" cy="46085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Desde 2017, los </a:t>
            </a:r>
            <a:r>
              <a:rPr lang="es-ES" sz="1600" b="1" dirty="0"/>
              <a:t>Transformers</a:t>
            </a:r>
            <a:r>
              <a:rPr lang="es-ES" sz="1600" dirty="0"/>
              <a:t> han definido el estándar en NLP, superando a las RNN en comprensión, traducción y generación de texto.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1600" dirty="0"/>
              <a:t>Cada arquitectura </a:t>
            </a:r>
            <a:r>
              <a:rPr lang="es-ES" sz="1600" b="1" dirty="0"/>
              <a:t>adapta la estructura base a un tipo de tarea</a:t>
            </a:r>
            <a:r>
              <a:rPr lang="es-ES" sz="1600" dirty="0"/>
              <a:t>:</a:t>
            </a:r>
            <a:endParaRPr lang="es-ES" sz="14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481A226-38C5-7876-0478-4D12587F2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3CEA4B1-1FDF-70F5-9F76-444939CED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Modelos clave basados en Transformers</a:t>
            </a:r>
            <a:endParaRPr lang="es-ES" noProof="1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B9FD55F-9B61-D0D3-E2A9-FAF991D28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49454"/>
              </p:ext>
            </p:extLst>
          </p:nvPr>
        </p:nvGraphicFramePr>
        <p:xfrm>
          <a:off x="251519" y="3074316"/>
          <a:ext cx="860593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6225">
                  <a:extLst>
                    <a:ext uri="{9D8B030D-6E8A-4147-A177-3AD203B41FA5}">
                      <a16:colId xmlns:a16="http://schemas.microsoft.com/office/drawing/2014/main" val="341414780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559739403"/>
                    </a:ext>
                  </a:extLst>
                </a:gridCol>
                <a:gridCol w="4645494">
                  <a:extLst>
                    <a:ext uri="{9D8B030D-6E8A-4147-A177-3AD203B41FA5}">
                      <a16:colId xmlns:a16="http://schemas.microsoft.com/office/drawing/2014/main" val="969216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Tareas Principales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8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BERT (2018)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i="1" dirty="0"/>
                        <a:t>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Comprensión del lenguaje, clasificación, 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106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GPT (2018–2024)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i="1" dirty="0"/>
                        <a:t>Decoder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Generación de texto coherente y contextual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8905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T5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i="1" dirty="0"/>
                        <a:t>Encoder – Decoder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Traducción, resumen, QA (formato texto → texto)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3594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Gemini / Claude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i="1" dirty="0"/>
                        <a:t>LLMs modernos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Multitarea y razonamiento con millones de parámetros.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697989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F83851B8-CB3A-7CC1-9276-0E4F8B05EB57}"/>
              </a:ext>
            </a:extLst>
          </p:cNvPr>
          <p:cNvSpPr txBox="1"/>
          <p:nvPr/>
        </p:nvSpPr>
        <p:spPr>
          <a:xfrm>
            <a:off x="286546" y="5148000"/>
            <a:ext cx="8570908" cy="14927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transformers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pipeline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Ejemplo de uso con Hugging Face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nlp = pipeline(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"sentiment-analysis"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model=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"bert-base-multilingual-cased"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nlp(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“La asignatura de IA me está encantando."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Salida: [{'label': 'POSITIVE', 'score': 0.99}]</a:t>
            </a:r>
          </a:p>
        </p:txBody>
      </p:sp>
    </p:spTree>
    <p:extLst>
      <p:ext uri="{BB962C8B-B14F-4D97-AF65-F5344CB8AC3E}">
        <p14:creationId xmlns:p14="http://schemas.microsoft.com/office/powerpoint/2010/main" val="1998179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1D40-23C2-1E19-1894-29EF8A800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2F2DA90E-9F99-D77A-7AFF-1F055A1D9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5365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Los </a:t>
            </a:r>
            <a:r>
              <a:rPr lang="es-ES" sz="1600" b="1" dirty="0"/>
              <a:t>Transformers</a:t>
            </a:r>
            <a:r>
              <a:rPr lang="es-ES" sz="1600" dirty="0"/>
              <a:t> introdujeron un cambio clave: el </a:t>
            </a:r>
            <a:r>
              <a:rPr lang="es-ES" sz="1600" b="1" dirty="0"/>
              <a:t>significado</a:t>
            </a:r>
            <a:r>
              <a:rPr lang="es-ES" sz="1600" dirty="0"/>
              <a:t> de una palabra </a:t>
            </a:r>
            <a:r>
              <a:rPr lang="es-ES" sz="1600" b="1" dirty="0"/>
              <a:t>ya no es fijo</a:t>
            </a:r>
            <a:r>
              <a:rPr lang="es-ES" sz="1600" dirty="0"/>
              <a:t>, sino que </a:t>
            </a:r>
            <a:r>
              <a:rPr lang="es-ES" sz="1600" b="1" dirty="0"/>
              <a:t>depende del contexto </a:t>
            </a:r>
            <a:r>
              <a:rPr lang="es-ES" sz="1600" dirty="0"/>
              <a:t>en el que aparece.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sz="14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7D87FF-DA5A-D2C2-6375-98009443B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8FD9560-F050-692F-F4E6-C6ADB79B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Embeddings contextuales</a:t>
            </a:r>
            <a:endParaRPr lang="es-ES" noProof="1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E5DFB29-2D98-9B65-F967-D6D44DF75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856902"/>
              </p:ext>
            </p:extLst>
          </p:nvPr>
        </p:nvGraphicFramePr>
        <p:xfrm>
          <a:off x="251519" y="2816931"/>
          <a:ext cx="8605935" cy="12241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2289">
                  <a:extLst>
                    <a:ext uri="{9D8B030D-6E8A-4147-A177-3AD203B41FA5}">
                      <a16:colId xmlns:a16="http://schemas.microsoft.com/office/drawing/2014/main" val="424709425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886318962"/>
                    </a:ext>
                  </a:extLst>
                </a:gridCol>
                <a:gridCol w="4861518">
                  <a:extLst>
                    <a:ext uri="{9D8B030D-6E8A-4147-A177-3AD203B41FA5}">
                      <a16:colId xmlns:a16="http://schemas.microsoft.com/office/drawing/2014/main" val="2873207281"/>
                    </a:ext>
                  </a:extLst>
                </a:gridCol>
              </a:tblGrid>
              <a:tr h="408046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Tipo de embedding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Ejemplo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Representación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091143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Global (Word2Vec)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“banco”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Mismo vector en “banco del parque” y “banco financiero”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5053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Contextual (BERT/GPT)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“banco”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Vector distinto según el contexto de uso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008060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94395E6-294F-2206-D348-B14D1C0F1254}"/>
              </a:ext>
            </a:extLst>
          </p:cNvPr>
          <p:cNvSpPr txBox="1"/>
          <p:nvPr/>
        </p:nvSpPr>
        <p:spPr>
          <a:xfrm>
            <a:off x="289700" y="4293096"/>
            <a:ext cx="8570908" cy="22929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transformers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AutoTokenizer, AutoModel</a:t>
            </a:r>
          </a:p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torch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tokenizer = AutoTokenizer.from_pretrained(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"bert-base-uncased"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model = AutoModel.from_pretrained(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"bert-base-uncased"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inputs = tokenizer(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"The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river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bank is full of fish."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return_tensors=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"pt"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outputs = model(**inputs)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outputs.last_hidden_state.shape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Salida: torch.Size([1, 8, 768]) → un embedding distinto por palabra.</a:t>
            </a:r>
          </a:p>
        </p:txBody>
      </p:sp>
    </p:spTree>
    <p:extLst>
      <p:ext uri="{BB962C8B-B14F-4D97-AF65-F5344CB8AC3E}">
        <p14:creationId xmlns:p14="http://schemas.microsoft.com/office/powerpoint/2010/main" val="3080418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ABE0D-0124-66B1-35F7-1B23AF1B2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DD303A4-A64B-F72B-5805-07F6206A0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060848"/>
            <a:ext cx="8605935" cy="46085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El desarrollo del NLP moderno está impulsado por una comunidad abierta y por herramientas que facilitan el uso de </a:t>
            </a:r>
            <a:r>
              <a:rPr lang="es-ES" sz="1600" b="1" dirty="0"/>
              <a:t>modelos preentrenados</a:t>
            </a:r>
            <a:r>
              <a:rPr lang="es-ES" sz="16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Hoy, crear un modelo de lenguaje ya </a:t>
            </a:r>
            <a:r>
              <a:rPr lang="es-ES" sz="1600" b="1" dirty="0"/>
              <a:t>no implica entrenarlo desde cero</a:t>
            </a:r>
            <a:r>
              <a:rPr lang="es-ES" sz="1600" dirty="0"/>
              <a:t>.</a:t>
            </a:r>
            <a:endParaRPr lang="es-ES" sz="14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3365F5-5404-0338-5DFA-933D56B474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63F5152-7BEC-EA46-0BD7-B3CCF375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Ecosistema actual de modelos NLP</a:t>
            </a:r>
            <a:endParaRPr lang="es-ES" noProof="1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97474AB-AABC-8230-67F0-D3064B46A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831606"/>
              </p:ext>
            </p:extLst>
          </p:nvPr>
        </p:nvGraphicFramePr>
        <p:xfrm>
          <a:off x="286546" y="3024000"/>
          <a:ext cx="857090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133326">
                  <a:extLst>
                    <a:ext uri="{9D8B030D-6E8A-4147-A177-3AD203B41FA5}">
                      <a16:colId xmlns:a16="http://schemas.microsoft.com/office/drawing/2014/main" val="803113408"/>
                    </a:ext>
                  </a:extLst>
                </a:gridCol>
                <a:gridCol w="5437582">
                  <a:extLst>
                    <a:ext uri="{9D8B030D-6E8A-4147-A177-3AD203B41FA5}">
                      <a16:colId xmlns:a16="http://schemas.microsoft.com/office/drawing/2014/main" val="4039912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Herramienta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691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Hugging Face Transformers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Repositorio central de modelos preentrenados (BERT, GPT, T5...)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041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Datasets de Hugging 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Colecciones etiquetadas listas para entrenamiento y evaluación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780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/>
                        <a:t>Kaggle</a:t>
                      </a:r>
                      <a:endParaRPr lang="es-E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Fuente popular de datasets y notebooks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995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/>
                        <a:t>OpenAI</a:t>
                      </a:r>
                      <a:r>
                        <a:rPr lang="es-ES" sz="1400" b="1" dirty="0"/>
                        <a:t> / </a:t>
                      </a:r>
                      <a:r>
                        <a:rPr lang="es-ES" sz="1400" b="1" dirty="0" err="1"/>
                        <a:t>Anthropic</a:t>
                      </a:r>
                      <a:r>
                        <a:rPr lang="es-ES" sz="1400" b="1" dirty="0"/>
                        <a:t> / Meta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Plataformas de modelos comerciales (GPT-4, Claude,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356311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C6C43560-E387-2C25-4792-8D345AF34496}"/>
              </a:ext>
            </a:extLst>
          </p:cNvPr>
          <p:cNvSpPr txBox="1"/>
          <p:nvPr/>
        </p:nvSpPr>
        <p:spPr>
          <a:xfrm>
            <a:off x="286546" y="5040000"/>
            <a:ext cx="8570908" cy="169277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transformers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pipeline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qa = pipeline(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"question-answering"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model=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"deepset/bert-base-cased-squad2"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qa({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"context"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"El NLP permite que las máquinas comprendan el lenguaje humano."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"question"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"¿Qué permite el NLP?"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}) </a:t>
            </a:r>
          </a:p>
          <a:p>
            <a:r>
              <a:rPr lang="es-ES" sz="13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Salida: {'answer': 'comprendan el lenguaje humano', 'score': 0.98}</a:t>
            </a:r>
          </a:p>
        </p:txBody>
      </p:sp>
    </p:spTree>
    <p:extLst>
      <p:ext uri="{BB962C8B-B14F-4D97-AF65-F5344CB8AC3E}">
        <p14:creationId xmlns:p14="http://schemas.microsoft.com/office/powerpoint/2010/main" val="3356701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194B4-8490-EA51-03CD-7D561CF8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4525FD1-4E47-023A-541D-B813CC16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2856"/>
            <a:ext cx="8605935" cy="45365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600" dirty="0"/>
              <a:t>Para </a:t>
            </a:r>
            <a:r>
              <a:rPr lang="es-ES" sz="1600" b="1" dirty="0"/>
              <a:t>evaluar modelos de NLP</a:t>
            </a:r>
            <a:r>
              <a:rPr lang="es-ES" sz="1600" dirty="0"/>
              <a:t>, no basta con mirar el </a:t>
            </a:r>
            <a:r>
              <a:rPr lang="es-ES" sz="1600" i="1" dirty="0"/>
              <a:t>accuracy.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600" b="1" dirty="0"/>
              <a:t>Las métricas deben adaptarse a la tarea</a:t>
            </a:r>
            <a:r>
              <a:rPr lang="es-ES" sz="1600" dirty="0"/>
              <a:t> (traducción, resumen, clasificación, generación…).</a:t>
            </a:r>
            <a:endParaRPr lang="es-ES" sz="14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2C550EC-A3D0-3861-B5D2-FEC6770D7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1E0F79B-51B7-CCEA-D4AE-D4167A03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Métricas en NLP</a:t>
            </a:r>
            <a:endParaRPr lang="es-ES" noProof="1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51E650D-044E-3B14-740C-88B5034BB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112648"/>
              </p:ext>
            </p:extLst>
          </p:nvPr>
        </p:nvGraphicFramePr>
        <p:xfrm>
          <a:off x="269031" y="3211903"/>
          <a:ext cx="8570910" cy="31647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13246">
                  <a:extLst>
                    <a:ext uri="{9D8B030D-6E8A-4147-A177-3AD203B41FA5}">
                      <a16:colId xmlns:a16="http://schemas.microsoft.com/office/drawing/2014/main" val="540213938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730024271"/>
                    </a:ext>
                  </a:extLst>
                </a:gridCol>
                <a:gridCol w="3637384">
                  <a:extLst>
                    <a:ext uri="{9D8B030D-6E8A-4147-A177-3AD203B41FA5}">
                      <a16:colId xmlns:a16="http://schemas.microsoft.com/office/drawing/2014/main" val="3773385885"/>
                    </a:ext>
                  </a:extLst>
                </a:gridCol>
              </a:tblGrid>
              <a:tr h="52745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Métrica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Uso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982967"/>
                  </a:ext>
                </a:extLst>
              </a:tr>
              <a:tr h="527458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BLEU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Traducción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Mide coincidencia entre traducción generada y referencia.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0162218"/>
                  </a:ext>
                </a:extLst>
              </a:tr>
              <a:tr h="527458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ROUGE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Resumen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Evalúa solapamiento de palabras o frases clave.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031535"/>
                  </a:ext>
                </a:extLst>
              </a:tr>
              <a:tr h="527458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Perplejidad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Modelos de lenguaje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Cuantifica qué tan “sorprendido” está el modelo ante el texto.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609275"/>
                  </a:ext>
                </a:extLst>
              </a:tr>
              <a:tr h="527458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 err="1"/>
                        <a:t>Cosine</a:t>
                      </a:r>
                      <a:r>
                        <a:rPr lang="es-ES" sz="1600" b="1" dirty="0"/>
                        <a:t> </a:t>
                      </a:r>
                      <a:r>
                        <a:rPr lang="es-ES" sz="1600" b="1" dirty="0" err="1"/>
                        <a:t>Similarity</a:t>
                      </a:r>
                      <a:endParaRPr lang="es-E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Evalúa similitud semántica entre vectores.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7458494"/>
                  </a:ext>
                </a:extLst>
              </a:tr>
              <a:tr h="527458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 err="1"/>
                        <a:t>Exact</a:t>
                      </a:r>
                      <a:r>
                        <a:rPr lang="es-ES" sz="1600" b="1" dirty="0"/>
                        <a:t> Match (EM)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QA / Clasificación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Verifica si la respuesta coincide exactamente.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838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2063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C4B6C-693C-9512-F315-60ACBAE86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D3DC22D-DAA2-61BE-520A-179AEFA77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19" y="2131690"/>
            <a:ext cx="8605935" cy="45376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400" dirty="0"/>
              <a:t>Los modelos de lenguaje como </a:t>
            </a:r>
            <a:r>
              <a:rPr lang="es-ES" sz="1400" b="1" dirty="0"/>
              <a:t>GPT, </a:t>
            </a:r>
            <a:r>
              <a:rPr lang="es-ES" sz="1400" b="1" dirty="0" err="1"/>
              <a:t>LLaMA</a:t>
            </a:r>
            <a:r>
              <a:rPr lang="es-ES" sz="1400" b="1" dirty="0"/>
              <a:t> o Gemini </a:t>
            </a:r>
            <a:r>
              <a:rPr lang="es-ES" sz="1400" dirty="0"/>
              <a:t>generan texto </a:t>
            </a:r>
            <a:r>
              <a:rPr lang="es-ES" sz="1400" b="1" dirty="0"/>
              <a:t>prediciendo la siguiente palabra </a:t>
            </a:r>
            <a:r>
              <a:rPr lang="es-ES" sz="1400" dirty="0"/>
              <a:t>según una distribución de probabilidad.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400" b="1" i="1" dirty="0"/>
              <a:t>Temperature</a:t>
            </a:r>
            <a:r>
              <a:rPr lang="es-ES" sz="1400" dirty="0"/>
              <a:t> controla </a:t>
            </a:r>
            <a:r>
              <a:rPr lang="es-ES" sz="1400" b="1" dirty="0"/>
              <a:t>cuánta aleatoriedad </a:t>
            </a:r>
            <a:r>
              <a:rPr lang="es-ES" sz="1400" dirty="0"/>
              <a:t>o </a:t>
            </a:r>
            <a:r>
              <a:rPr lang="es-ES" sz="1400" b="1" dirty="0"/>
              <a:t>creatividad</a:t>
            </a:r>
            <a:r>
              <a:rPr lang="es-ES" sz="1400" dirty="0"/>
              <a:t> tiene el modelo al elegir esa palabra.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  <a:p>
            <a:pPr>
              <a:buFont typeface="Wingdings" panose="05000000000000000000" pitchFamily="2" charset="2"/>
              <a:buChar char="§"/>
            </a:pPr>
            <a:endParaRPr lang="es-ES" sz="1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20147F4-2365-1DD3-6E08-45EBD0DA2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noProof="1"/>
              <a:t>6.- NLP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E7780D2-C020-520C-40CF-4FD415D87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Generación de texto y parámetro </a:t>
            </a:r>
            <a:r>
              <a:rPr lang="es-ES" i="1" dirty="0"/>
              <a:t>Temperature</a:t>
            </a:r>
            <a:endParaRPr lang="es-ES" noProof="1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523884-E54F-7572-975E-D6384C95081F}"/>
              </a:ext>
            </a:extLst>
          </p:cNvPr>
          <p:cNvSpPr txBox="1"/>
          <p:nvPr/>
        </p:nvSpPr>
        <p:spPr>
          <a:xfrm>
            <a:off x="269032" y="5004000"/>
            <a:ext cx="8570908" cy="169277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from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transformers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import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pipeline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generator = pipeline(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"text-generation"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model=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"gpt2"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endParaRPr lang="es-ES" sz="13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prompt = 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"La inteligencia artificial en el futuro"</a:t>
            </a:r>
          </a:p>
          <a:p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for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T </a:t>
            </a:r>
            <a:r>
              <a:rPr lang="es-ES" sz="1300" noProof="1">
                <a:solidFill>
                  <a:srgbClr val="00B0F0"/>
                </a:solidFill>
                <a:latin typeface="Consolas" panose="020B0609020204030204" pitchFamily="49" charset="0"/>
              </a:rPr>
              <a:t>in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[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0.2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1.0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1.5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]: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sz="1300" noProof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f"\nTemperature = {T}"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sz="1300" noProof="1">
                <a:solidFill>
                  <a:schemeClr val="accent4"/>
                </a:solidFill>
                <a:latin typeface="Consolas" panose="020B0609020204030204" pitchFamily="49" charset="0"/>
              </a:rPr>
              <a:t>print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(generator(prompt, max_length=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30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, temperature=T)[</a:t>
            </a:r>
            <a:r>
              <a:rPr lang="es-ES" sz="1300" noProof="1">
                <a:solidFill>
                  <a:srgbClr val="FF0066"/>
                </a:solidFill>
                <a:latin typeface="Consolas" panose="020B0609020204030204" pitchFamily="49" charset="0"/>
              </a:rPr>
              <a:t>0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][</a:t>
            </a:r>
            <a:r>
              <a:rPr lang="es-ES" sz="1300" noProof="1">
                <a:solidFill>
                  <a:srgbClr val="00B050"/>
                </a:solidFill>
                <a:latin typeface="Consolas" panose="020B0609020204030204" pitchFamily="49" charset="0"/>
              </a:rPr>
              <a:t>"generated_text"</a:t>
            </a:r>
            <a:r>
              <a:rPr lang="es-ES" sz="1300" noProof="1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a 6">
                <a:extLst>
                  <a:ext uri="{FF2B5EF4-FFF2-40B4-BE49-F238E27FC236}">
                    <a16:creationId xmlns:a16="http://schemas.microsoft.com/office/drawing/2014/main" id="{A382C546-2359-DF6C-D425-B9611D4988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2723250"/>
                  </p:ext>
                </p:extLst>
              </p:nvPr>
            </p:nvGraphicFramePr>
            <p:xfrm>
              <a:off x="255052" y="2988000"/>
              <a:ext cx="8610546" cy="183678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372762">
                      <a:extLst>
                        <a:ext uri="{9D8B030D-6E8A-4147-A177-3AD203B41FA5}">
                          <a16:colId xmlns:a16="http://schemas.microsoft.com/office/drawing/2014/main" val="3437611771"/>
                        </a:ext>
                      </a:extLst>
                    </a:gridCol>
                    <a:gridCol w="4248472">
                      <a:extLst>
                        <a:ext uri="{9D8B030D-6E8A-4147-A177-3AD203B41FA5}">
                          <a16:colId xmlns:a16="http://schemas.microsoft.com/office/drawing/2014/main" val="3111712571"/>
                        </a:ext>
                      </a:extLst>
                    </a:gridCol>
                    <a:gridCol w="2989312">
                      <a:extLst>
                        <a:ext uri="{9D8B030D-6E8A-4147-A177-3AD203B41FA5}">
                          <a16:colId xmlns:a16="http://schemas.microsoft.com/office/drawing/2014/main" val="2078701405"/>
                        </a:ext>
                      </a:extLst>
                    </a:gridCol>
                  </a:tblGrid>
                  <a:tr h="382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Valor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Comportamiento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Ejemplo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1440924"/>
                      </a:ext>
                    </a:extLst>
                  </a:tr>
                  <a:tr h="3889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Muy determinista → repite frases previsibles.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“El sol sale por la mañana.”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64228067"/>
                      </a:ext>
                    </a:extLst>
                  </a:tr>
                  <a:tr h="53280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 Equilibrado → respuestas coherentes y naturales.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“El sol se levanta cada día con nuevas luces.”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1942596"/>
                      </a:ext>
                    </a:extLst>
                  </a:tr>
                  <a:tr h="53280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Muy creativo → texto más original, pero a veces incoherente.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“El sol inventa sus propias canciones al despertar.”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558192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a 6">
                <a:extLst>
                  <a:ext uri="{FF2B5EF4-FFF2-40B4-BE49-F238E27FC236}">
                    <a16:creationId xmlns:a16="http://schemas.microsoft.com/office/drawing/2014/main" id="{A382C546-2359-DF6C-D425-B9611D4988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2723250"/>
                  </p:ext>
                </p:extLst>
              </p:nvPr>
            </p:nvGraphicFramePr>
            <p:xfrm>
              <a:off x="255052" y="2988000"/>
              <a:ext cx="8610546" cy="183678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372762">
                      <a:extLst>
                        <a:ext uri="{9D8B030D-6E8A-4147-A177-3AD203B41FA5}">
                          <a16:colId xmlns:a16="http://schemas.microsoft.com/office/drawing/2014/main" val="3437611771"/>
                        </a:ext>
                      </a:extLst>
                    </a:gridCol>
                    <a:gridCol w="4248472">
                      <a:extLst>
                        <a:ext uri="{9D8B030D-6E8A-4147-A177-3AD203B41FA5}">
                          <a16:colId xmlns:a16="http://schemas.microsoft.com/office/drawing/2014/main" val="3111712571"/>
                        </a:ext>
                      </a:extLst>
                    </a:gridCol>
                    <a:gridCol w="2989312">
                      <a:extLst>
                        <a:ext uri="{9D8B030D-6E8A-4147-A177-3AD203B41FA5}">
                          <a16:colId xmlns:a16="http://schemas.microsoft.com/office/drawing/2014/main" val="2078701405"/>
                        </a:ext>
                      </a:extLst>
                    </a:gridCol>
                  </a:tblGrid>
                  <a:tr h="382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Valor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Comportamiento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Ejemplo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1440924"/>
                      </a:ext>
                    </a:extLst>
                  </a:tr>
                  <a:tr h="388996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4" t="-100000" r="-530222" b="-2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Muy determinista → repite frases previsibles.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“El sol sale por la mañana.”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64228067"/>
                      </a:ext>
                    </a:extLst>
                  </a:tr>
                  <a:tr h="532807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4" t="-147126" r="-530222" b="-111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 Equilibrado → respuestas coherentes y naturales.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“El sol se levanta cada día con nuevas luces.”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1942596"/>
                      </a:ext>
                    </a:extLst>
                  </a:tr>
                  <a:tr h="532807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4" t="-244318" r="-530222" b="-102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Muy creativo → texto más original, pero a veces incoherente.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400" dirty="0"/>
                            <a:t>“El sol inventa sus propias canciones al despertar.”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558192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22861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a">
  <a:themeElements>
    <a:clrScheme name="Personalizado 2">
      <a:dk1>
        <a:srgbClr val="000000"/>
      </a:dk1>
      <a:lt1>
        <a:srgbClr val="FFFFFF"/>
      </a:lt1>
      <a:dk2>
        <a:srgbClr val="345C97"/>
      </a:dk2>
      <a:lt2>
        <a:srgbClr val="FFFFFF"/>
      </a:lt2>
      <a:accent1>
        <a:srgbClr val="838D9B"/>
      </a:accent1>
      <a:accent2>
        <a:srgbClr val="345C97"/>
      </a:accent2>
      <a:accent3>
        <a:srgbClr val="80716A"/>
      </a:accent3>
      <a:accent4>
        <a:srgbClr val="FF8600"/>
      </a:accent4>
      <a:accent5>
        <a:srgbClr val="345C97"/>
      </a:accent5>
      <a:accent6>
        <a:srgbClr val="5D5AD2"/>
      </a:accent6>
      <a:hlink>
        <a:srgbClr val="345C97"/>
      </a:hlink>
      <a:folHlink>
        <a:srgbClr val="FF8600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36416</TotalTime>
  <Words>3880</Words>
  <Application>Microsoft Office PowerPoint</Application>
  <PresentationFormat>Presentación en pantalla (4:3)</PresentationFormat>
  <Paragraphs>606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3" baseType="lpstr">
      <vt:lpstr>Arial</vt:lpstr>
      <vt:lpstr>Calibri</vt:lpstr>
      <vt:lpstr>Cambria Math</vt:lpstr>
      <vt:lpstr>Consolas</vt:lpstr>
      <vt:lpstr>Wingdings</vt:lpstr>
      <vt:lpstr>Perspectiva</vt:lpstr>
      <vt:lpstr>6.- NLP: Procesamiento del Lenguaje Natural</vt:lpstr>
      <vt:lpstr>¿Qué es el Procesamiento del Lenguaje Natural (NLP)</vt:lpstr>
      <vt:lpstr>Aplicaciones del NLP</vt:lpstr>
      <vt:lpstr>Tareas del NLP</vt:lpstr>
      <vt:lpstr>Breve historia del NLP</vt:lpstr>
      <vt:lpstr>Normalización del texto (Text Cleaning)</vt:lpstr>
      <vt:lpstr>Extracción de texto (Web Scraping)</vt:lpstr>
      <vt:lpstr>Tokenización</vt:lpstr>
      <vt:lpstr>Eliminación de Stopwords</vt:lpstr>
      <vt:lpstr>Vectorización básica: Bag of Words (BoW)</vt:lpstr>
      <vt:lpstr>TF–IDF (Term Frequency–Inverse Document Frequency)</vt:lpstr>
      <vt:lpstr>Embeddings y representaciones densas</vt:lpstr>
      <vt:lpstr>Modelos de embeddings preentrenados</vt:lpstr>
      <vt:lpstr>Similitud de palabras y distancia coseno</vt:lpstr>
      <vt:lpstr>Introducción a los modelos de secuencia</vt:lpstr>
      <vt:lpstr>Redes Recurrentes (RNN)</vt:lpstr>
      <vt:lpstr>LSTM (Long Short-Term Memory)</vt:lpstr>
      <vt:lpstr>Bidirectional LSTM</vt:lpstr>
      <vt:lpstr>GRU (Gated Recurrent Unit)</vt:lpstr>
      <vt:lpstr>Limitaciones de las RNN</vt:lpstr>
      <vt:lpstr>Nacimiento de los Transformers (2017)</vt:lpstr>
      <vt:lpstr>Anatomía de un Transformer</vt:lpstr>
      <vt:lpstr>Modelos clave basados en Transformers</vt:lpstr>
      <vt:lpstr>Embeddings contextuales</vt:lpstr>
      <vt:lpstr>Ecosistema actual de modelos NLP</vt:lpstr>
      <vt:lpstr>Métricas en NLP</vt:lpstr>
      <vt:lpstr>Generación de texto y parámetro Temperature</vt:lpstr>
    </vt:vector>
  </TitlesOfParts>
  <Company>U-TAD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 Perandones Serrano</dc:creator>
  <cp:lastModifiedBy>Jorge Tesch</cp:lastModifiedBy>
  <cp:revision>202</cp:revision>
  <dcterms:created xsi:type="dcterms:W3CDTF">2013-10-15T13:27:45Z</dcterms:created>
  <dcterms:modified xsi:type="dcterms:W3CDTF">2025-10-23T20:00:12Z</dcterms:modified>
</cp:coreProperties>
</file>